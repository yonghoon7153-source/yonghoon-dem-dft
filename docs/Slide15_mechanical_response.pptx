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269442fd8ce4b81" Type="http://schemas.openxmlformats.org/officeDocument/2006/relationships/officeDocument" Target="ppt/presentation.xml"/><Relationship Id="R69334117c5514b65" Type="http://schemas.openxmlformats.org/package/2006/relationships/metadata/core-properties" Target="docProps/core.xml"/><Relationship Id="Rcd7563b061c1420c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a9f4c5f7750487f"/>
  </p:sldMasterIdLst>
  <p:notesMasterIdLst>
    <p:notesMasterId xmlns:r="http://schemas.openxmlformats.org/officeDocument/2006/relationships" r:id="R636b2433d8094769"/>
  </p:notesMasterIdLst>
  <p:sldIdLst>
    <p:sldId xmlns:r="http://schemas.openxmlformats.org/officeDocument/2006/relationships" id="270" r:id="R59bb6e4a8ecc4c71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0bedd3fc95014fed" Type="http://schemas.openxmlformats.org/officeDocument/2006/relationships/presProps" Target="presProps.xml"/><Relationship Id="R245a50a1643649ab" Type="http://schemas.openxmlformats.org/officeDocument/2006/relationships/tableStyles" Target="tableStyles.xml"/><Relationship Id="R3eabe3a8ecf741a2" Type="http://schemas.openxmlformats.org/officeDocument/2006/relationships/viewProps" Target="viewProps.xml"/><Relationship Id="R59bb6e4a8ecc4c71" Type="http://schemas.openxmlformats.org/officeDocument/2006/relationships/slide" Target="slides/slide15.xml"/><Relationship Id="R636b2433d8094769" Type="http://schemas.openxmlformats.org/officeDocument/2006/relationships/notesMaster" Target="notesMasters/notesMaster1.xml"/><Relationship Id="R7a9f4c5f7750487f" Type="http://schemas.openxmlformats.org/officeDocument/2006/relationships/slideMaster" Target="slideMasters/slideMaster1.xml"/><Relationship Id="Rd15051cc896443fc" Type="http://schemas.openxmlformats.org/officeDocument/2006/relationships/theme" Target="theme/theme1.xml"/></Relationships>
</file>

<file path=ppt/notesMasters/_rels/notesMaster1.xml.rels><?xml version='1.0' encoding='UTF-8' standalone='yes'?>
<Relationships xmlns="http://schemas.openxmlformats.org/package/2006/relationships"><Relationship Id="R32b1c3d1c614449b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2.xml.rels><?xml version='1.0' encoding='UTF-8' standalone='yes'?>
<Relationships xmlns="http://schemas.openxmlformats.org/package/2006/relationships"><Relationship Id="R830f75de92b04141" Type="http://schemas.openxmlformats.org/officeDocument/2006/relationships/notesMaster" Target="../notesMasters/notesMaster1.xml"/><Relationship Id="Re4e57e40824f4eac" Type="http://schemas.openxmlformats.org/officeDocument/2006/relationships/slide" Target="../slides/slide15.xml"/></Relationship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일곱 번째 단계에서는 부피를 조금씩 바꿔 EOS를 맞추고, 작은 변형을 가해 탄성 응답을 계산합니다. 이렇게 하면 지나치게 연하거나 비물리적인 구조를 찾고, 어떤 후보가 DFT 확인이 필요한지 정할 수 있습니다. 다만 화면의 DFT EOS는 한 사례의 검증 예시이고, 90종 전체가 DFT로 검증됐다는 뜻은 아닙니다. screen-wide 탄성값은 같은 MLIP 규약 안의 방향 비교로 보는 게 안전합니다.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[발표자 메모]</a:t>
            </a:r>
          </a:p>
          <a:p xmlns:a="http://schemas.openxmlformats.org/drawingml/2006/main">
            <a:r>
              <a:t>오른쪽은 두 계산이 답하는 질문을 나눈다. B0와 VRH B를 같은 값처럼 섞지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docs/figures/cascade/b2o3_eos_dft_vs_modelc.png; run_mlip_postproc.py lineage.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2567e83c79114d43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43280d18f2f3450f" Type="http://schemas.openxmlformats.org/officeDocument/2006/relationships/theme" Target="theme/theme2.xml"/><Relationship Id="Ra667905730bd4f44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667905730bd4f44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5.xml.rels><?xml version='1.0' encoding='UTF-8' standalone='yes'?>
<Relationships xmlns="http://schemas.openxmlformats.org/package/2006/relationships"><Relationship Id="R1021685119a248bf" Type="http://schemas.openxmlformats.org/officeDocument/2006/relationships/notesSlide" Target="../notesSlides/notesSlide12.xml"/><Relationship Id="R546c4c07047d4a55" Type="http://schemas.openxmlformats.org/officeDocument/2006/relationships/slideLayout" Target="../slideLayouts/slideLayout1.xml"/><Relationship Id="R65d023672e8d410a" Type="http://schemas.openxmlformats.org/officeDocument/2006/relationships/image" Target="../media/image4.png"/><Relationship Id="rId4" Type="http://schemas.openxmlformats.org/officeDocument/2006/relationships/image" Target="../media/image18.png"/></Relationships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bg-12">
            <a:extLst xmlns:a="http://schemas.openxmlformats.org/drawingml/2006/main">
              <a:ext uri="{FF2B5EF4-FFF2-40B4-BE49-F238E27FC236}">
                <a16:creationId xmlns:a16="http://schemas.microsoft.com/office/drawing/2014/main" id="{0DDCCF3C-C54E-4F96-A357-F033D0136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section-12">
            <a:extLst xmlns:a="http://schemas.openxmlformats.org/drawingml/2006/main">
              <a:ext uri="{FF2B5EF4-FFF2-40B4-BE49-F238E27FC236}">
                <a16:creationId xmlns:a16="http://schemas.microsoft.com/office/drawing/2014/main" id="{5EB8DF65-AF0A-4A39-982E-F6A43166B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7" y="237744"/>
            <a:ext cx="813816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67211"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F4E79"/>
                </a:solidFill>
                <a:latin typeface="Arial"/>
                <a:ea typeface="Arial"/>
                <a:cs typeface="Arial"/>
              </a:rPr>
              <a:t>Mechanical response of the doped lattice</a:t>
            </a:r>
          </a:p>
        </p:txBody>
      </p:sp>
      <p:sp>
        <p:nvSpPr>
          <p:cNvPr id="3" name="terms-12">
            <a:extLst xmlns:a="http://schemas.openxmlformats.org/drawingml/2006/main">
              <a:ext uri="{FF2B5EF4-FFF2-40B4-BE49-F238E27FC236}">
                <a16:creationId xmlns:a16="http://schemas.microsoft.com/office/drawing/2014/main" id="{AEFA0D98-A834-4992-937F-DC9C8D606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7" y="6272784"/>
            <a:ext cx="8101583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863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863">
                <a:solidFill>
                  <a:srgbClr val="1F2937"/>
                </a:solidFill>
                <a:latin typeface="Arial"/>
                <a:ea typeface="Arial"/>
                <a:cs typeface="Arial"/>
              </a:rPr>
              <a:t>Equation of state: energy as the cell volume changes  ·  Stack pressure: the force holding the cell together</a:t>
            </a:r>
          </a:p>
        </p:txBody>
      </p:sp>
      <p:sp>
        <p:nvSpPr>
          <p:cNvPr id="4" name="divider-12">
            <a:extLst xmlns:a="http://schemas.openxmlformats.org/drawingml/2006/main">
              <a:ext uri="{FF2B5EF4-FFF2-40B4-BE49-F238E27FC236}">
                <a16:creationId xmlns:a16="http://schemas.microsoft.com/office/drawing/2014/main" id="{E7AF1E31-4644-4D10-A129-B0CBA47AF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90575"/>
            <a:ext cx="8334375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7280"/>
          </a:solidFill>
          <a:ln xmlns:a="http://schemas.openxmlformats.org/drawingml/2006/main" w="0">
            <a:solidFill>
              <a:srgbClr val="6B728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claim-square-12">
            <a:extLst xmlns:a="http://schemas.openxmlformats.org/drawingml/2006/main">
              <a:ext uri="{FF2B5EF4-FFF2-40B4-BE49-F238E27FC236}">
                <a16:creationId xmlns:a16="http://schemas.microsoft.com/office/drawing/2014/main" id="{FA489BE3-9B9A-4D45-90B0-2BF1632C7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028700"/>
            <a:ext cx="10477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61B2B"/>
          </a:solidFill>
          <a:ln xmlns:a="http://schemas.openxmlformats.org/drawingml/2006/main" w="0">
            <a:solidFill>
              <a:srgbClr val="A61B2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claim-12">
            <a:extLst xmlns:a="http://schemas.openxmlformats.org/drawingml/2006/main">
              <a:ext uri="{FF2B5EF4-FFF2-40B4-BE49-F238E27FC236}">
                <a16:creationId xmlns:a16="http://schemas.microsoft.com/office/drawing/2014/main" id="{498261F2-FC40-45CF-B75F-DA344BCC8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23925"/>
            <a:ext cx="7762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F2937"/>
                </a:solidFill>
                <a:latin typeface="Arial"/>
                <a:ea typeface="Arial"/>
                <a:cs typeface="Arial"/>
              </a:rPr>
              <a:t>Step 7: Stiffness and compressibility are obtained from finite strains</a:t>
            </a:r>
          </a:p>
        </p:txBody>
      </p:sp>
      <p:sp>
        <p:nvSpPr>
          <p:cNvPr id="7" name="bullet-dot-12-0">
            <a:extLst xmlns:a="http://schemas.openxmlformats.org/drawingml/2006/main">
              <a:ext uri="{FF2B5EF4-FFF2-40B4-BE49-F238E27FC236}">
                <a16:creationId xmlns:a16="http://schemas.microsoft.com/office/drawing/2014/main" id="{6F5090DF-65A6-4C95-84D1-E859AC2EC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1371600"/>
            <a:ext cx="171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F4E79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8" name="bullet-12-0">
            <a:extLst xmlns:a="http://schemas.openxmlformats.org/drawingml/2006/main">
              <a:ext uri="{FF2B5EF4-FFF2-40B4-BE49-F238E27FC236}">
                <a16:creationId xmlns:a16="http://schemas.microsoft.com/office/drawing/2014/main" id="{04F63963-5C87-4ADF-A30B-A5D87369B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381125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F2937"/>
                </a:solidFill>
                <a:latin typeface="Arial"/>
                <a:ea typeface="Arial"/>
                <a:cs typeface="Arial"/>
              </a:rPr>
              <a:t>To obtain </a:t>
            </a:r>
            <a:r>
              <a:rPr sz="127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B₀ and the equilibrium volume</a:t>
            </a:r>
            <a:r>
              <a:rPr sz="1275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, an equation of state was fitted.</a:t>
            </a:r>
          </a:p>
        </p:txBody>
      </p:sp>
      <p:sp>
        <p:nvSpPr>
          <p:cNvPr id="11" name="citation-12">
            <a:extLst xmlns:a="http://schemas.openxmlformats.org/drawingml/2006/main">
              <a:ext uri="{FF2B5EF4-FFF2-40B4-BE49-F238E27FC236}">
                <a16:creationId xmlns:a16="http://schemas.microsoft.com/office/drawing/2014/main" id="{A8BC88BF-7D00-4A26-8FB0-830F6E1D0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5232" y="1280160"/>
            <a:ext cx="338328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638" i="1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638" i="1">
                <a:solidFill>
                  <a:srgbClr val="6B7280"/>
                </a:solidFill>
                <a:latin typeface="Arial"/>
                <a:ea typeface="Arial"/>
                <a:cs typeface="Arial"/>
              </a:rPr>
              <a:t>Our calculation  ·  checked against DFT</a:t>
            </a:r>
          </a:p>
        </p:txBody>
      </p:sp>
      <p:sp>
        <p:nvSpPr>
          <p:cNvPr id="12" name="footer-brand-12">
            <a:extLst xmlns:a="http://schemas.openxmlformats.org/drawingml/2006/main">
              <a:ext uri="{FF2B5EF4-FFF2-40B4-BE49-F238E27FC236}">
                <a16:creationId xmlns:a16="http://schemas.microsoft.com/office/drawing/2014/main" id="{729EBB29-B7C6-40D1-8797-EEF3DDF9A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05575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1F4E79"/>
                </a:solidFill>
                <a:latin typeface="Arial"/>
                <a:ea typeface="Arial"/>
                <a:cs typeface="Arial"/>
              </a:rPr>
              <a:t>HANYANG UNIVERSITY</a:t>
            </a:r>
          </a:p>
        </p:txBody>
      </p:sp>
      <p:sp>
        <p:nvSpPr>
          <p:cNvPr id="14" name="footer-page-12">
            <a:extLst xmlns:a="http://schemas.openxmlformats.org/drawingml/2006/main">
              <a:ext uri="{FF2B5EF4-FFF2-40B4-BE49-F238E27FC236}">
                <a16:creationId xmlns:a16="http://schemas.microsoft.com/office/drawing/2014/main" id="{F925C58A-4236-459E-A796-A94F4CFE3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6486525"/>
            <a:ext cx="266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825">
                <a:solidFill>
                  <a:srgbClr val="6B7280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 xmlns:a="http://schemas.openxmlformats.org/drawingml/2006/main">
        <p:nvSpPr>
          <p:cNvPr id="26" name="TextBox 25"/>
          <p:cNvSpPr txBox="1"/>
          <p:nvPr/>
        </p:nvSpPr>
        <p:spPr>
          <a:xfrm>
            <a:off x="502920" y="5449824"/>
            <a:ext cx="8138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>
                <a:solidFill>
                  <a:srgbClr val="1F2937"/>
                </a:solidFill>
                <a:latin typeface="Arial"/>
              </a:rPr>
              <a:t>&lt; equation of state, undoped Li₆PS₅Cl vs Cl-rich LPSCl1.6 &gt;</a:t>
            </a:r>
          </a:p>
        </p:txBody>
      </p:sp>
      <p:sp xmlns:a="http://schemas.openxmlformats.org/drawingml/2006/main">
        <p:nvSpPr>
          <p:cNvPr id="27" name="TextBox 26"/>
          <p:cNvSpPr txBox="1"/>
          <p:nvPr/>
        </p:nvSpPr>
        <p:spPr>
          <a:xfrm>
            <a:off x="502920" y="5760720"/>
            <a:ext cx="8138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>
                <a:solidFill>
                  <a:srgbClr val="BE123C"/>
                </a:solidFill>
                <a:latin typeface="Arial"/>
              </a:rPr>
              <a:t>these two curves are DFT; the screening ran on the machine-learned potential with FIRE relaxation</a:t>
            </a:r>
          </a:p>
        </p:txBody>
      </p:sp>
    </p:spTree>
    <p:extLst>
      <p:ext uri="{BB962C8B-B14F-4D97-AF65-F5344CB8AC3E}">
        <p14:creationId xmlns:p14="http://schemas.microsoft.com/office/powerpoint/2010/main" val="1818367923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2026-08-16T17:36:15.2940000Z</dcterms:created>
  <dcterms:modified xsi:type="dcterms:W3CDTF">2026-08-16T17:36:15.2940000Z</dcterms:modified>
</coreProperties>
</file>