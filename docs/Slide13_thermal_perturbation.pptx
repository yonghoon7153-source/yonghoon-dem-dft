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269442fd8ce4b81" Type="http://schemas.openxmlformats.org/officeDocument/2006/relationships/officeDocument" Target="ppt/presentation.xml"/><Relationship Id="R69334117c5514b65" Type="http://schemas.openxmlformats.org/package/2006/relationships/metadata/core-properties" Target="docProps/core.xml"/><Relationship Id="Rcd7563b061c1420c"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7a9f4c5f7750487f"/>
  </p:sldMasterIdLst>
  <p:notesMasterIdLst>
    <p:notesMasterId xmlns:r="http://schemas.openxmlformats.org/officeDocument/2006/relationships" r:id="R636b2433d8094769"/>
  </p:notesMasterIdLst>
  <p:sldIdLst>
    <p:sldId xmlns:r="http://schemas.openxmlformats.org/officeDocument/2006/relationships" id="268" r:id="R21c89c806d8844aa"/>
  </p:sldIdLst>
  <p:sldSz cx="9144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bedd3fc95014fed" Type="http://schemas.openxmlformats.org/officeDocument/2006/relationships/presProps" Target="presProps.xml"/><Relationship Id="R21c89c806d8844aa" Type="http://schemas.openxmlformats.org/officeDocument/2006/relationships/slide" Target="slides/slide13.xml"/><Relationship Id="R245a50a1643649ab" Type="http://schemas.openxmlformats.org/officeDocument/2006/relationships/tableStyles" Target="tableStyles.xml"/><Relationship Id="R3eabe3a8ecf741a2" Type="http://schemas.openxmlformats.org/officeDocument/2006/relationships/viewProps" Target="viewProps.xml"/><Relationship Id="R636b2433d8094769" Type="http://schemas.openxmlformats.org/officeDocument/2006/relationships/notesMaster" Target="notesMasters/notesMaster1.xml"/><Relationship Id="R7a9f4c5f7750487f" Type="http://schemas.openxmlformats.org/officeDocument/2006/relationships/slideMaster" Target="slideMasters/slideMaster1.xml"/><Relationship Id="Rd15051cc896443fc"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32b1c3d1c614449b"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0.xml.rels><?xml version='1.0' encoding='UTF-8' standalone='yes'?>
<Relationships xmlns="http://schemas.openxmlformats.org/package/2006/relationships"><Relationship Id="R25629e1de1274abc" Type="http://schemas.openxmlformats.org/officeDocument/2006/relationships/notesMaster" Target="../notesMasters/notesMaster1.xml"/><Relationship Id="Rb45a17bf540e4694" Type="http://schemas.openxmlformats.org/officeDocument/2006/relationships/slide" Target="../slides/slide13.xml"/></Relationship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선택된 구조는 짧게 가열한 뒤 다시 이완합니다. 목적은 처음 잡힌 국소 최소가 조금 흔들렸을 때도 남아 있는지 보는 것입니다. 궤적을 사용하기 때문에 MD처럼 보이지만, 장시간 확산계수나 상온 전도도를 얻는 계산은 아닙니다. 전도도를 말하려면 여러 seed와 충분한 생산 구간을 가진 별도 MD가 필요합니다.</a:t>
            </a:r>
            <a:endParaRPr/>
          </a:p>
          <a:p xmlns:a="http://schemas.openxmlformats.org/drawingml/2006/main">
            <a:r>
              <a:t/>
            </a:r>
            <a:endParaRPr/>
          </a:p>
          <a:p xmlns:a="http://schemas.openxmlformats.org/drawingml/2006/main">
            <a:r>
              <a:t>[발표자 메모]</a:t>
            </a:r>
            <a:endParaRPr/>
          </a:p>
          <a:p xmlns:a="http://schemas.openxmlformats.org/drawingml/2006/main">
            <a:r>
              <a:t>anneal과 conductivity MD를 구분해서 말한다.</a:t>
            </a:r>
            <a:endParaRPr/>
          </a:p>
          <a:p xmlns:a="http://schemas.openxmlformats.org/drawingml/2006/main">
            <a:r>
              <a:t/>
            </a:r>
            <a:endParaRPr/>
          </a:p>
          <a:p xmlns:a="http://schemas.openxmlformats.org/drawingml/2006/main">
            <a:r>
              <a:t>[Sources]</a:t>
            </a:r>
            <a:endParaRPr/>
          </a:p>
          <a:p xmlns:a="http://schemas.openxmlformats.org/drawingml/2006/main">
            <a:r>
              <a:t>tools/doping/anneal lineage; cascade pipeline anatomy.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2567e83c79114d43" Type="http://schemas.openxmlformats.org/officeDocument/2006/relationships/slideMaster" Target="../slideMasters/slideMaster1.xml"/></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43280d18f2f3450f" Type="http://schemas.openxmlformats.org/officeDocument/2006/relationships/theme" Target="theme/theme2.xml"/><Relationship Id="Ra667905730bd4f44" Type="http://schemas.openxmlformats.org/officeDocument/2006/relationships/slideLayout" Target="../slideLayouts/slideLayout1.xml"/></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667905730bd4f44"/>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3.xml.rels><?xml version='1.0' encoding='UTF-8' standalone='yes'?>
<Relationships xmlns="http://schemas.openxmlformats.org/package/2006/relationships"><Relationship Id="R092aaa430d00492a" Type="http://schemas.openxmlformats.org/officeDocument/2006/relationships/notesSlide" Target="../notesSlides/notesSlide10.xml"/><Relationship Id="Rf28edbf6e701401e" Type="http://schemas.openxmlformats.org/officeDocument/2006/relationships/slideLayout" Target="../slideLayouts/slideLayout1.xml"/><Relationship Id="rId3" Type="http://schemas.openxmlformats.org/officeDocument/2006/relationships/image" Target="../media/image16.png"/><Relationship Id="rId4" Type="http://schemas.openxmlformats.org/officeDocument/2006/relationships/image" Target="../media/image1.png"/><Relationship Id="rId5" Type="http://schemas.openxmlformats.org/officeDocument/2006/relationships/image" Target="../media/image2.png"/></Relationships>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8" name="bg-10">
            <a:extLst xmlns:a="http://schemas.openxmlformats.org/drawingml/2006/main">
              <a:ext uri="{FF2B5EF4-FFF2-40B4-BE49-F238E27FC236}">
                <a16:creationId xmlns:a16="http://schemas.microsoft.com/office/drawing/2014/main" id="{2EB630F4-43B9-4330-A73C-7FDABEE3BB94}"/>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10">
            <a:extLst xmlns:a="http://schemas.openxmlformats.org/drawingml/2006/main">
              <a:ext uri="{FF2B5EF4-FFF2-40B4-BE49-F238E27FC236}">
                <a16:creationId xmlns:a16="http://schemas.microsoft.com/office/drawing/2014/main" id="{D040B401-5AB7-4650-A366-D2B67D2E129F}"/>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6121"/>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Thermal perturbation of the selected structure</a:t>
            </a:r>
          </a:p>
        </p:txBody>
      </p:sp>
      <p:sp>
        <p:nvSpPr>
          <p:cNvPr id="3" name="terms-10">
            <a:extLst xmlns:a="http://schemas.openxmlformats.org/drawingml/2006/main">
              <a:ext uri="{FF2B5EF4-FFF2-40B4-BE49-F238E27FC236}">
                <a16:creationId xmlns:a16="http://schemas.microsoft.com/office/drawing/2014/main" id="{52B82C7C-1661-47F5-A640-9217254AAE7B}"/>
              </a:ext>
            </a:extLst>
          </p:cNvPr>
          <p:cNvSpPr>
            <a:spLocks xmlns:a="http://schemas.openxmlformats.org/drawingml/2006/main" noGrp="1"/>
          </p:cNvSpPr>
          <p:nvPr/>
        </p:nvSpPr>
        <p:spPr>
          <a:xfrm xmlns:a="http://schemas.openxmlformats.org/drawingml/2006/main">
            <a:off x="521207" y="6272784"/>
            <a:ext cx="8101583" cy="21945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Anneal: a brief run at high temperature  ·  Local minimum: the nearest stable arrangement</a:t>
            </a:r>
          </a:p>
        </p:txBody>
      </p:sp>
      <p:sp>
        <p:nvSpPr>
          <p:cNvPr id="4" name="divider-10">
            <a:extLst xmlns:a="http://schemas.openxmlformats.org/drawingml/2006/main">
              <a:ext uri="{FF2B5EF4-FFF2-40B4-BE49-F238E27FC236}">
                <a16:creationId xmlns:a16="http://schemas.microsoft.com/office/drawing/2014/main" id="{7D90B29B-A327-4A12-A4B3-D4993D02793E}"/>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10">
            <a:extLst xmlns:a="http://schemas.openxmlformats.org/drawingml/2006/main">
              <a:ext uri="{FF2B5EF4-FFF2-40B4-BE49-F238E27FC236}">
                <a16:creationId xmlns:a16="http://schemas.microsoft.com/office/drawing/2014/main" id="{431E7742-5169-412A-94C8-F3CE1D49A02F}"/>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10">
            <a:extLst xmlns:a="http://schemas.openxmlformats.org/drawingml/2006/main">
              <a:ext uri="{FF2B5EF4-FFF2-40B4-BE49-F238E27FC236}">
                <a16:creationId xmlns:a16="http://schemas.microsoft.com/office/drawing/2014/main" id="{DE778ADA-B1FE-4FE9-8217-77B17EA38209}"/>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Step 5: A short anneal tests whether the arrangement survives</a:t>
            </a:r>
          </a:p>
        </p:txBody>
      </p:sp>
      <p:sp>
        <p:nvSpPr>
          <p:cNvPr id="7" name="bullet-dot-10-0">
            <a:extLst xmlns:a="http://schemas.openxmlformats.org/drawingml/2006/main">
              <a:ext uri="{FF2B5EF4-FFF2-40B4-BE49-F238E27FC236}">
                <a16:creationId xmlns:a16="http://schemas.microsoft.com/office/drawing/2014/main" id="{97DEEB77-5B2F-4B24-B6B9-402FA694F5FF}"/>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0-0">
            <a:extLst xmlns:a="http://schemas.openxmlformats.org/drawingml/2006/main">
              <a:ext uri="{FF2B5EF4-FFF2-40B4-BE49-F238E27FC236}">
                <a16:creationId xmlns:a16="http://schemas.microsoft.com/office/drawing/2014/main" id="{629ADE05-6B38-48CC-9E84-269E04156C96}"/>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To escape the nearest local minimum, each structure was </a:t>
            </a:r>
            <a:r>
              <a:rPr sz="1275" b="1">
                <a:solidFill>
                  <a:srgbClr val="2563EB"/>
                </a:solidFill>
                <a:latin typeface="Arial"/>
                <a:ea typeface="Arial"/>
                <a:cs typeface="Arial"/>
              </a:rPr>
              <a:t>heated briefly and relaxed again</a:t>
            </a:r>
            <a:r>
              <a:rPr sz="1275" b="0">
                <a:solidFill>
                  <a:srgbClr val="374151"/>
                </a:solidFill>
                <a:latin typeface="Arial"/>
                <a:ea typeface="Arial"/>
                <a:cs typeface="Arial"/>
              </a:rPr>
              <a:t>.</a:t>
            </a:r>
          </a:p>
        </p:txBody>
      </p:sp>
      <p:sp>
        <p:nvSpPr>
          <p:cNvPr id="9" name="bullet-dot-10-1">
            <a:extLst xmlns:a="http://schemas.openxmlformats.org/drawingml/2006/main">
              <a:ext uri="{FF2B5EF4-FFF2-40B4-BE49-F238E27FC236}">
                <a16:creationId xmlns:a16="http://schemas.microsoft.com/office/drawing/2014/main" id="{CD5E783F-B8CC-4C67-A8C6-B4F3F5E821E9}"/>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0-1">
            <a:extLst xmlns:a="http://schemas.openxmlformats.org/drawingml/2006/main">
              <a:ext uri="{FF2B5EF4-FFF2-40B4-BE49-F238E27FC236}">
                <a16:creationId xmlns:a16="http://schemas.microsoft.com/office/drawing/2014/main" id="{30F58E80-15CC-4B1D-A10C-F0DF9D69CCEF}"/>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trajectory is </a:t>
            </a:r>
            <a:r>
              <a:rPr sz="1275" b="1">
                <a:solidFill>
                  <a:srgbClr val="BE123C"/>
                </a:solidFill>
                <a:latin typeface="Arial"/>
                <a:ea typeface="Arial"/>
                <a:cs typeface="Arial"/>
              </a:rPr>
              <a:t>not an equilibrium structure and not a conductivity measurement</a:t>
            </a:r>
            <a:r>
              <a:rPr sz="1275" b="0">
                <a:solidFill>
                  <a:srgbClr val="374151"/>
                </a:solidFill>
                <a:latin typeface="Arial"/>
                <a:ea typeface="Arial"/>
                <a:cs typeface="Arial"/>
              </a:rPr>
              <a:t>.</a:t>
            </a:r>
          </a:p>
        </p:txBody>
      </p:sp>
      <p:sp>
        <p:nvSpPr>
          <p:cNvPr id="12" name="footer-brand-10">
            <a:extLst xmlns:a="http://schemas.openxmlformats.org/drawingml/2006/main">
              <a:ext uri="{FF2B5EF4-FFF2-40B4-BE49-F238E27FC236}">
                <a16:creationId xmlns:a16="http://schemas.microsoft.com/office/drawing/2014/main" id="{5A0AE661-7824-40E3-A3B8-AE0620E55AAD}"/>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0">
            <a:extLst xmlns:a="http://schemas.openxmlformats.org/drawingml/2006/main">
              <a:ext uri="{FF2B5EF4-FFF2-40B4-BE49-F238E27FC236}">
                <a16:creationId xmlns:a16="http://schemas.microsoft.com/office/drawing/2014/main" id="{1323845D-FBE7-44B7-B9A3-6D5AF4C74233}"/>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0">
            <a:extLst xmlns:a="http://schemas.openxmlformats.org/drawingml/2006/main">
              <a:ext uri="{FF2B5EF4-FFF2-40B4-BE49-F238E27FC236}">
                <a16:creationId xmlns:a16="http://schemas.microsoft.com/office/drawing/2014/main" id="{DA8660D3-A4F3-4AEC-8FB7-8FF736EEA12D}"/>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13</a:t>
            </a:r>
          </a:p>
        </p:txBody>
      </p:sp>
      <p:pic xmlns:a="http://schemas.openxmlformats.org/drawingml/2006/main" xmlns:r="http://schemas.openxmlformats.org/officeDocument/2006/relationships">
        <p:nvPicPr>
          <p:cNvPr id="39" name="Picture 38" descr="step5_anneal_scheme.png"/>
          <p:cNvPicPr>
            <a:picLocks noChangeAspect="1"/>
          </p:cNvPicPr>
          <p:nvPr/>
        </p:nvPicPr>
        <p:blipFill>
          <a:blip r:embed="rId4"/>
          <a:stretch>
            <a:fillRect/>
          </a:stretch>
        </p:blipFill>
        <p:spPr>
          <a:xfrm>
            <a:off x="502920" y="2267323"/>
            <a:ext cx="3968496" cy="2926857"/>
          </a:xfrm>
          <a:prstGeom prst="rect">
            <a:avLst/>
          </a:prstGeom>
        </p:spPr>
      </p:pic>
      <p:pic xmlns:a="http://schemas.openxmlformats.org/drawingml/2006/main" xmlns:r="http://schemas.openxmlformats.org/officeDocument/2006/relationships">
        <p:nvPicPr>
          <p:cNvPr id="40" name="Picture 39" descr="step5_anneal_gain.png"/>
          <p:cNvPicPr>
            <a:picLocks noChangeAspect="1"/>
          </p:cNvPicPr>
          <p:nvPr/>
        </p:nvPicPr>
        <p:blipFill>
          <a:blip r:embed="rId5"/>
          <a:stretch>
            <a:fillRect/>
          </a:stretch>
        </p:blipFill>
        <p:spPr>
          <a:xfrm>
            <a:off x="4672583" y="2785307"/>
            <a:ext cx="3968496" cy="1890889"/>
          </a:xfrm>
          <a:prstGeom prst="rect">
            <a:avLst/>
          </a:prstGeom>
        </p:spPr>
      </p:pic>
      <p:sp xmlns:a="http://schemas.openxmlformats.org/drawingml/2006/main">
        <p:nvSpPr>
          <p:cNvPr id="41" name="TextBox 40"/>
          <p:cNvSpPr txBox="1"/>
          <p:nvPr/>
        </p:nvSpPr>
        <p:spPr>
          <a:xfrm>
            <a:off x="502920" y="5449824"/>
            <a:ext cx="8138160" cy="256032"/>
          </a:xfrm>
          <a:prstGeom prst="rect">
            <a:avLst/>
          </a:prstGeom>
          <a:noFill/>
        </p:spPr>
        <p:txBody>
          <a:bodyPr wrap="none">
            <a:spAutoFit/>
          </a:bodyPr>
          <a:lstStyle/>
          <a:p>
            <a:pPr algn="ctr"/>
            <a:r>
              <a:rPr sz="1300" b="0">
                <a:solidFill>
                  <a:srgbClr val="1F2937"/>
                </a:solidFill>
                <a:latin typeface="Arial"/>
              </a:rPr>
              <a:t>&lt; what a short anneal does  ·  the energy it recovered &gt;</a:t>
            </a:r>
          </a:p>
        </p:txBody>
      </p:sp>
      <p:sp xmlns:a="http://schemas.openxmlformats.org/drawingml/2006/main">
        <p:nvSpPr>
          <p:cNvPr id="42" name="TextBox 41"/>
          <p:cNvSpPr txBox="1"/>
          <p:nvPr/>
        </p:nvSpPr>
        <p:spPr>
          <a:xfrm>
            <a:off x="502920" y="5760720"/>
            <a:ext cx="8138160" cy="274320"/>
          </a:xfrm>
          <a:prstGeom prst="rect">
            <a:avLst/>
          </a:prstGeom>
          <a:noFill/>
        </p:spPr>
        <p:txBody>
          <a:bodyPr wrap="square">
            <a:spAutoFit/>
          </a:bodyPr>
          <a:lstStyle/>
          <a:p>
            <a:pPr algn="ctr"/>
            <a:r>
              <a:rPr sz="1150" b="1">
                <a:solidFill>
                  <a:srgbClr val="2563EB"/>
                </a:solidFill>
                <a:latin typeface="Arial"/>
              </a:rPr>
              <a:t>681 of 681</a:t>
            </a:r>
            <a:r>
              <a:rPr sz="1150" b="0">
                <a:solidFill>
                  <a:srgbClr val="4B5563"/>
                </a:solidFill>
                <a:latin typeface="Arial"/>
              </a:rPr>
              <a:t> found a lower arrangement, median </a:t>
            </a:r>
            <a:r>
              <a:rPr sz="1150" b="1">
                <a:solidFill>
                  <a:srgbClr val="2563EB"/>
                </a:solidFill>
                <a:latin typeface="Arial"/>
              </a:rPr>
              <a:t>0.81 eV per cell</a:t>
            </a:r>
            <a:r>
              <a:rPr sz="1150" b="0">
                <a:solidFill>
                  <a:srgbClr val="4B5563"/>
                </a:solidFill>
                <a:latin typeface="Arial"/>
              </a:rPr>
              <a:t>; the top ten of the ranking did not change</a:t>
            </a:r>
          </a:p>
        </p:txBody>
      </p:sp>
    </p:spTree>
    <p:extLst>
      <p:ext uri="{BB962C8B-B14F-4D97-AF65-F5344CB8AC3E}">
        <p14:creationId xmlns:p14="http://schemas.microsoft.com/office/powerpoint/2010/main" val="41894597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2026-08-16T17:36:15.2940000Z</dcterms:created>
  <dcterms:modified xsi:type="dcterms:W3CDTF">2026-08-16T17:36:15.2940000Z</dcterms:modified>
</coreProperties>
</file>