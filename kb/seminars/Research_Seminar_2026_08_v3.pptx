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survivors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pool</c:v>
                  </c:pt>
                  <c:pt idx="1">
                    <c:v>G1 structural</c:v>
                  </c:pt>
                  <c:pt idx="2">
                    <c:v>G2 window</c:v>
                  </c:pt>
                  <c:pt idx="3">
                    <c:v>G3 oxidation</c:v>
                  </c:pt>
                  <c:pt idx="4">
                    <c:v>G4 transport</c:v>
                  </c:pt>
                  <c:pt idx="5">
                    <c:v>G5 mechanical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47</c:v>
                </c:pt>
                <c:pt idx="2">
                  <c:v>43</c:v>
                </c:pt>
                <c:pt idx="3">
                  <c:v>25</c:v>
                </c:pt>
                <c:pt idx="4">
                  <c:v>11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재료공학과 안용훈입니다. 오늘은 황화물 고체전해질을 계산으로 스크리닝한 이야기인데, '무엇을 찾았나'만큼 '무엇을 저희 손으로 철회했나'를 같이 보여드리겠습니다. 철회 기록이 왜 숨길 일이 아니라 보여드릴 성과인지, 오늘 그걸 설득해 보겠습니다.
[용어] sulfide solid electrolyte(황화물 고체전해질): 액체 전해질을 대체하는 이온전도성 고체. 우리 대상은 아지로다이트 Li6PS5Cl 계열.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전체가 이 한 바퀴입니다. 여섯 정거장 - 묻고, 재고, 배우고, 거르고, 엮고, 마지막에 의심합니다. 그리고 의심에서 나온 화살표가 다시 앞으로 돌아갑니다. 이 되돌아가는 화살표가 오늘 발표의 핵심 주장입니다. 각 Part 시작마다 이 지도에 지금 어디인지 표시하겠습니다.
[Q] 왜 지도부터? -&gt; 마지막 정거장(VERIFY)이 논지라서, 구조를 먼저 보여야 앞 다섯이 왜 필요한지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1부. 문제 정의와 논지입니다.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아지로다이트 하나에도 조절 손잡이가 네 개고 이건 곱으로 늘어납니다. 실험 한 점이 몇 주, 계산 한 점이 몇 시간이면 - 계산의 일은 대체가 아니라 실험이 갈 곳을 좁히는 것입니다.
[Q] 계산이 몇 시간이라는 근거? -&gt; SCF/relax 급 기준. MD/NEB는 며칠 - 그래서 3-tier로 싼 것부터 겁니다.
[용어] argyrodite: Ag8GeS6 광물형 구조족, Li6PS5Cl이 대표. EIS: 교류 임피던스로 이온전도도 측정.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스크리닝 발표는 보통 '몇 개에서 몇 개를 찾았다'로 끝납니다. 더 어려운 질문은 '떨어져야 할 게 정말 떨어졌나'인데, 이걸 보고하는 발표가 드뭅니다. 저희는 그걸 표로 보여드리겠습니다 - 저희 판정 열한 건을 감사대에 올렸고 아홉 건을 철회했습니다. 그리고 이 열한 개 중 하나는 실제로 지난 세미나에서 결론으로 발표됐던 숫자입니다. 오늘 그 철회부터 보여드립니다.
[Q 핵심 1합] 철회가 많다 = 부실? -&gt; 철회 건수는 신뢰도의 반대 지표가 아니라 게이트 밀도의 지표입니다. 게이트 없는 파이프라인은 철회가 0건입니다 - 틀린 게 없어서가 아니라 못 찾아서입니다.
[Q 핵심 2합 - 사후 명명 공격] '오류를 발견한 뒤에 게이트라고 이름 붙인 것 아닌가' -&gt; 절반은 인정합니다. 오류가 규칙을 낳았습니다. 하지만 규칙이 코드에 박힌 뒤에는 사람이 아니라 규칙이 잡습니다: 7번(SDCP)은 'UMA는 전하 분리를 판정할 수 없다'를 사고 전에 미리 코드에 박아둔 규칙이 잡았고, 11번은 자동 감사기가 잡았고, 11건 중 6건이 지난 사흘간 돌던 게이트에서 나왔습니다.
[EN] Isn't that a red flag? -&gt; A pipeline with no gates reports zero retractions - not because nothing is wrong but because nothing is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2부는 DFT 강의가 아닙니다. 뒤에 나올 게이트들이 왜 필요한지 물리로 정당화하는 것뿐입니다. 7분 안에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전자가 백 개면 파동함수가 삼백 차원이라 저장이 안 됩니다. 첫 도약이 Hohenberg-Kohn이고요, 바닥상태는 3차원 밀도만으로 결정됩니다. 두 번째 도약이 Kohn-Sham인데요, 같은 밀도를 주는 가짜 전자계로 바꿔서 풉니다. 모르는 부분은 전부 한 항 - 교환상관 항에 몰아넣고요. 요점은 하나입니다: 근사가 한 곳에만 들어가니까 오차의 성격을 예측할 수 있고, 그래서 저희는 갭 절대값을 안 씁니다. Ni 3d의 U 6.2도 경험 파라미터라서 고정하고 같은 U 안의 차이만 인용합니다. (90초 컷)
[질문 대비 - 미분 불연속 1분 설명] 전자 수 N을 연속으로 늘리면 총에너지 곡선이 정수마다 꺾여야 하고, 그 꺾임(도함수의 점프)이 갭의 일부입니다. PBE 같은 semi-local 범함수는 이 점프가 0이라 그만큼 갭이 작게 나옵니다 - 부정확이 아니라 구조적 부재.
[Q] 왜 hybrid 안 쓰나 -&gt; 273계산 스크리닝에 비용 두 자릿수. 순위 문제라 같은 방법 안 차이면 충분.
[Q] U=6.2 출처 -&gt; MP VASP GGA+U 관례값과 동일 계보. 인용 전 원전 확인 조건을 입력 주석에 박아둠.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총에너지 하나에서 사다리처럼 내려옵니다. 여기 규율 하나 - 갭을 DOS 문턱으로 읽지 않습니다. 0.3 eV 과소평가, 실제로 겪었고 철회 목록에 있습니다. ICOHP/ELF는 게이트가 아니라 설명 변수. 이 사다리 어디에도 입자 스케일은 없습니다 - 원자 계산으로 전극 성능을 직접 말할 수 없습니다.
[Q] BVSE로 왜 Ea를 안 내나 -&gt; 정적 격자 프록시라 순위/병목 판독용. 정량은 MD로만.
[용어] fixed occupations: 정수 점유 고정 계산, 절연체 갭의 정본 판독법. grand potential: Li 화학퍼텐셜을 변수로 둔 퍼텐셜 - 전압축 안정성 판정.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[그림 단서] 이 그림의 피팅 음영은 표시용 창이고 정본 MSD 창은 2-50 ps 고정 - 질문 나오면 그렇게 답한다.
DFT로 200 ps MD는 불가능합니다. 그래서 MLIP. 다만 저희 계에서 실측으로 확인된 한계가 셋: 전하 상태를 못 다루고(이게 Part 6에서 제일 비싼 교훈으로 돌아옵니다), 자기 상태를 못 고르고, 분산력이 훈련에 없습니다. Li3N에는 금지 - 결정론적 편향 확인. 원칙은 하나: MLIP는 스크리닝 대체 모델, 챔피언은 반드시 DFT 재검.
[Q] MLIP 오차? -&gt; 계/물성마다 달라 오차 '값'보다 실패 유형(전하/자기/분산)으로 관리 - 유형에 걸리는 질문은 MLIP로 안 닫습니다.
[용어] omat: UMA 무기재료 헤드. deterministic bias: 시드를 바꿔도 같은 방향으로 틀리는 오차.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3부. 축 설계의 기원입니다. '결과 자랑'이 아니라 '이 결과가 축 설계를 바꿨다'가 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출발점. Cl을 늘리면 전도도가 오르는데, 왜? 전자구조 가설부터 봤습니다. 갭 차이 0.033 eV, ICOHP 거의 동일, ELF 두 장도 사실상 같은 그림. 차이가 작다는 것 자체가 결론입니다 - 이득은 여기서 오지 않았습니다.
(질문 오면) 이 갭 4종은 지금 재현성 감사 중 - P30에서 정면으로 다룹니다.
[Q] 0.033이 오차보다 큰가 -&gt; 같은 프로토콜 안의 차이라 방법 오차는 공통 모드로 상쇄. 어느 쪽이든 '작다' 판정은 불변.
[용어] ELF: 전자 국재도(0-1), 결합의 모양을 보는 지도.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바뀐 건 구조입니다. Cl이 늘면 전하 균형 때문에 Li 공공이 늘고, anti-site 무질서가 커져서 홉 네트워크가 열립니다. 왼쪽 그림이 그 네트워크인데요, 경로를 따라 늘어선 자리들이 전부 vacancy 자리입니다. 그래서 스크리닝 축을 전자 기술자가 아니라 구조 기술자로 세웠습니다. 전자절연은 게이트로만 씁니다. 이 한 장이 cascade의 설계 이유입니다.
[Q] 무질서가 이득이라는 직접 증거 -&gt; MD에서 공공 농도와 D의 동반 상승이 직접 증거입니다(beta 게이트 통과분만 인용). ⚠ BVSE 채널%는 여기서 근거로 쓰지 않는다 - 채널 부피는 D0쪽(prefactor) 지표라 Ea/σ 순위를 못 매긴다는 걸 저희 CSV 헤더에 직접 박아 뒀다(LPSOCl은 채널 +43%인데 Ea가 더 높음). '채널% 증가' 답변 금지.
[용어] anti-site: 원소가 남의 자리(Cl-S)에 앉는 점결함. percolation: 경로가 셀 전체를 관통하게 이어지는 문턱 현상. empty-lattice proxy: 빈 격자에 Li 탐침 하나 - 지형 모양 기술용, 측정 Ea 아님(그림 하단 단서 그대로).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4부가 제일 깁니다. 문헌 실물 2장 -&gt; 우리 파이프라인 -&gt; 게이트 -&gt; 워터폴 -&gt; 그리고 반박.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실물부터. Sendek은 만이천여 종에서 전제조건 게이트 4개로 317, 실측 전도도 40종으로 훈련한 분류기로 21종. 교훈: 전도도 스크린보다 전제조건 게이트가 더 세게 거릅니다. 분류기만 쓰면 1,408종이 남아요. '40종 훈련셋'을 기억해 두세요 - 저희 47종과 체급이 같아 소표본 방어 절차를 계승합니다.
[Q] 40개로 훈련한 모델을 믿나 -&gt; LOOCV, 전수 조합 특징선택, X-randomization으로 방어했고 우리도 같은 절차(P24). 핵심은 '맞다'가 아니라 '방어 절차가 문서화됐다'.
[용어] LOOCV: 표본 1개를 빼고 학습-예측을 전 표본 반복. 소표본 표준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Ceder 계열 실물 둘. Xiao는 십만 종을 hull/안정창/반응성 게이트로 184까지. Richards의 오른쪽 그림 - 음이온별 안정창인데 황화물이 저 좁은 막대들입니다. Li6PS5Cl도 저기 있습니다. 이 좁은 창이 저희가 도펀트를 찾는 이유 그 자체. 구조는 어디나 같습니다: 싼 게이트 먼저, 비싼 검증 나중.
[스킵라인] 'Xiao/Richards도 같은 깔때기 구조입니다 - 그림은 부록에'.
[Q] 코팅 논문이 왜 비교되나 -&gt; 대상은 다르지만 게이트 축/임계값 설계가 1:1 벤치마크. force-fit은 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구조에서 안 채워지는 칸이 둘. 게이트 자체의 실패율 - 잘못 떨어뜨린 걸 아무도 못 봅니다. 그리고 전부 단일 도펀트 프레임이라 조합이 못 들어옵니다. 저희가 채우려는 게 정확히 이 두 칸. 철회 기록 공개, 그리고 랭킹 위 co-doping 단계. 받치는 인프라 - 정본 레지스트리 28항목이 실시간 드리프트 검사.
[Q] 남들도 내부 검증은 할 텐데 -&gt; 맞습니다. 차이는 공개와 배선입니다. 우리는 철회를 지표로 발표하고, 검사기가 화면과 같은 경로를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풀은 큐레이션된 47종. 화합물 91 x 농도 3점 = 273계산. 싼 것부터 - UMA 이완 전수, 물성 배터리, 게이트. 그리고 데이터 파일 맨 위 문장을 그대로 읽겠습니다: '이 통과 수는 발견 성능 지표가 아니다.' 저희는 만 종을 거른 게 아니라 사람이 고른 47종을 문헌 표준 게이트로 재표현한 겁니다. 이 구분을 흐리면 아까 Sendek 쪽과 억지 비교가 돼 버립니다. 그리고 47종이 왜 화합물 91개가 되는지 - 도펀트마다 산화물, Cl-rich 같은 화합물 형태가 하나에서 셋이라 91개입니다.
[Q] 왜/어떻게 47종 -&gt; 코팅 문헌/전구체/원자가 다양성 기준 화학 큐레이션 + 리뷰어 권고 확장. 선정 이력이 JSON pool_provenance에 단계별로.
[용어] dose: 치환 분율 x. 도펀트마다 3점 강제 - 농도 내성 축의 재료.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게이트를 한 표로. 컷 값을 그대로 읽어드리면 - 구조안정은 0인데 이게 host 자기 자신이고요, 산화 게이트의 2.14 V도 undoped host의 onset입니다. 다섯 중 둘이 host를 영점으로 씁니다. 창 게이트는 0.05 V - 창이 존재하기는 해야 한다는 최소 조건. 수송은 BVSE 프록시 정규화 0.3, 역학은 로스터 중앙값 이하(연질+연성). 그리고 농도 3점 챔피언 평균이라 제일 좋은 농도 하나만 골라 자랑하는 체리피킹이 구조적으로 막혀 있습니다.
[Q] 임계값 민감도 -&gt; 민감합니다. 그래서 다음 장 '1'을 결론으로 안 씁니다. 중앙값 컷(G5)은 정의상 로스터 의존이고, 그래서 게이트 상태와 값이 교차 못하게 평탄화 + 동점군 내 순위 무의미 명시.
[Q] G4가 왜 MD가 아니라 BVSE 프록시? -&gt; 273계산 전수에 MD는 불가능. 프록시로 거르고 챔피언만 MD/DFT 재검 - 3-tier의 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문헌 방식 그대로 그리면 이렇게 됩니다. 47에서 시작해 마지막에 WO3 하나. 구조안정 전부 통과는 설계고요. 그리고 - 저는 이 마지막 칸을 결론으로 쓰지 않을 겁니다. 다음 장이 이 발표의 방법론적 주장입니다.
[Q] WO3가 뭐가 좋았나 -&gt; 다섯 게이트를 모두 통과한 유일 후보라는 사실뿐 - '최적'이라는 뜻이 아니고 그 구분이 다음 장 주제.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이유. 첫째, 마지막 '1'은 화학이 아니라 임계값의 성질. 둘째가 핵심 - 순차 AND는 상보성을 구조적으로 파괴합니다. 수송이 약한데 산화안정이 뛰어난 후보는 수송 게이트에서 죽는데요, 그런 후보일수록 수송이 강한 후보와 짝지었을 때 제일 아깝습니다. 깔때기는 그 짝을 만들어 보기도 전에 버립니다. 셋째, 실제로 충돌합니다. 저희 B2O3는 수송 축 1등이면서, Zhu 그림 맨 아래 저 B3+ - 가수분해 -0.9로 공기안정 최악군. 이 후보를 점수 하나로 표현할 방법이 없습니다. 그래서 지우지 않고 엮는 쪽으로 갑니다.
[Q] 다목적이면 결정 회피 아닌가 -&gt; 용도가 축 가중을 정합니다. 드라이룸 공정이면 공기축 가중 다운. 결정권을 용도에 돌려주는 것.
[EN] Isn't multi-objective just indecision? -&gt; No - the application picks the weights; a funnel picks them for you, silently.
[용어] PMF dF_perc: 시간평균 Li 밀도 자유에너지 지형의 퍼콜레이션 문턱(이 온도의 자유에너지, Ea 아님).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5부. 다목적 랭킹 위에 조합을 얹습니다. R2 두 개를 정직하게 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깔때기 대신 이렇게 둡니다. 축 열넷, 조합은 기하평균 - 한 축이 바닥이면 종합도 바닥인 AND 성질. 데이터 없는 축은 0이 아니라 제외 후 명시 - 0으로 깔면 '모름'이 '나쁨'으로 둔갑합니다. 축마다 챔피언이 다른 게 화면에서 바로 보입니다 - 그게 조합으로 가는 이유입니다.
[용어] geometric mean: 곱의 n제곱근. 한 축의 0을 다른 축이 못 가려 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조합의 아이디어는 단순합니다. 양극 쪽 막는 도펀트 + 음극 쪽 막는 도펀트로 합동 창을 넓히자. 반경 정합을 곱하고요. 1등 Cr2O3+HfO2 - 단일 최고보다 0.36 V 넓고 상위가 전부 anode-cathode 태그. 상보성이 실제로 구동 변수로 잡혔습니다. 그런데 - 만들 수는 있나? 세 점검: 자리 경쟁(InF3 선례는 서로 다른 자리 = 성공 패턴), 전하 산술, 공동 치환 형성에너지. 앞 둘은 지금 데이터로 점검 가능, 셋째가 계산 필요. 파일 첫 줄에 '가설, 미검증' 박아둔 이유.
[Q] 실험 선례 -&gt; 아지로다이트 한 염 두 도펀트 계보가 litdb에 있습니다 - 연도순 CuCl(2021), MgF2(2023), InF3(2024), CuBr2/La2O3(2025), GaF3(2026). InF3(2024)가 이 그룹 자리배정의 원본입니다.
[Q] 비율은? -&gt; 다음 장 - 지금 모델엔 비율 축이 없다는 게 정직한 답.
[용어] joint window: max(산화한계)-min(환원한계) - 두 상이 양쪽을 각각 커버한다는 상보 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모델의 두 단은 성적이 완전히 다릅니다. 1단 R2 0.9998 - 성공이 아닙니다. 타깃이 저희가 만든 합성 점수라 모델은 저희 공식을 해부한 것뿐. 이것만 보여드리면 거짓말. 진짜 숫자는 3단 - 쌍 천여 개 상호작용 항 R2 0.089. 거의 못 배웁니다. 누수 감사: 폴드 밖 재표준화로 3.4% - 무시 수준, 낮은 성적은 누수 탓이 아닙니다. 방법 한 판 바꾸니 top10 중 2개만 겹칩니다. 원인은 명확 - co-doping 라벨이 없고 도펀트끼리의 화학이 특징에 없습니다. 소표본 방어는 Sendek 계승 - 절차만.
[Q] 0.089면 버려야 -&gt; 예측기로는 그렇습니다. 가설 생성기로 격하해 쓰고, 상위 가설의 라벨 계산이 다음 단계. 숨기는 것보다 격하가 낫습니다.
[Q] 왜 ridge/1-SE -&gt; 47 표본 과적합 방지 최소 복잡도 + CV 최저점보다 한 단계 보수적인 관례.
[용어] X-randomization: 라벨을 섞어 재학습 - 우연 적합 검사.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라벨을 만드는 계획입니다. 상위 쌍부터 공동 치환 슈퍼셀 - 형성에너지, 자리 배정, Li 개수 닫힘. 그리고 비율 그리드. 지금 모델엔 비율 축이 아예 없습니다. 단일 도펀트 농도 3점을 쌍으로 확장하면 쌍당 9개 조성 - 비율 축의 최소 라벨. 성공하면 0.089가 움직이고 실패하면 상보성 가정이 기각 - 어느 쪽이든 배웁니다. ML 쪽은 TabPFN 벤치, dopant 단위 leave-one-out, 역설계 루프, 능동학습이 줄 서 있습니다.
[스킵라인] '요지는 하나 - 라벨 없는 축은 계산으로 라벨을 만든다, 비율 축 포함.'
[Q] TabPFN 왜 -&gt; 소표본 표형 전용 사전학습 모델, 47 체급에 맞음. ridge 대비 이득은 벤치(M1)로 확인 후.
[용어] leave-one-dopant-out: 행이 아니라 도펀트 단위로 빼는 CV - 같은 도펀트 다른 농도가 훈련에 남는 누수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6부, 발표의 심장입니다. 여기서 시간을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오늘의 중심입니다. 2번 - MSD 기울기로 Ea를 냈는데 그 구간이 확산 영역이 아니었습니다. 케이지 진동을 확산으로 착각. beta 게이트가 6중 6을 떨어뜨렸습니다. 10번 - Nd2S3 갭 1.79, 알고 보니 hull 위 20 meV의 '예측만' 다형체(mp-32586) 값이었습니다. id를 박으니 관측상은 0.76. 그림에 이미 들어가 있던 숫자입니다. 6-7-8번이 한 덩어리 - 다음 장. 장부로 읽으면 아홉 건 철회, 한 건 보류, 한 건 재현성 플래그이고, 다섯 건이 지난 나흘 사이입니다. 게이트는 지금도 돌고 있습니다.
[Q] 각 철회의 원자료 -&gt; 전부 repo에 있습니다 - open_items 항목 번호와 커밋으로 추적되고, 7-8번(SDCP DFT+U)은 runs/sdcp_phaseB_vasp_v1_2026_08_08/ + db/properties/sdcp_phaseB_dftu_v1.json 에 2026-08-10 등재했습니다.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순서대로. 슬랩을 얼리고 재니 -0.26, 약한 물리흡착. 얼린 게 걸려 풀고 재니 -1.27, 다섯 배 - 구조를 여니 표면 리튬이 뽑혀 나와 있었습니다. '흡착이 아니라 추출'로 판정을 바꿨습니다 - 이게 저희 이전 발표의 결론이었습니다. DFT+U로 재검하니 추출 반응에너지 +0.34 eV, 양수. 추출은 오르막. 두 번째 판정이 MLIP 아티팩트였습니다. 철회를 철회했습니다. 교훈 둘 - 제약 하나가 결론을 뒤집는다, 그리고 뒤집힌 결론도 틀릴 수 있다. 이걸 잡은 건 'UMA는 전하 분리를 판정할 수 없다, DFT로만 닫는다'를 미리 코드에 박아 둔 규칙이었습니다.
[Q] 최종 결합에너지는 -&gt; 아직 인용 불가 - 자세 불일치/전자설정 문제로 v2 프로토콜 재계산 발주됨. 오늘 확정은 추출 불리(+0.34)의 부호뿐.
[용어] charge separation: Li+가 떠나며 전자가 남는 사건 - 정수 전하 상태를 모르는 퍼텐셜은 이 비용을 오산.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공기 축을 문헌과 정면 대조. SI를 99행 전부 옮기고 산화수까지 맞춰서. 일치 26, 어긋남 9, 문헌 없음 12. 숫자보다 중요한 건 - 어긋난 아홉이 전부 같은 방향, 전부 과소평가였습니다. 무작위면 양쪽으로 흩어집니다. 한쪽으로 몰리면 체계 편향. 원인은 축의 물리를 잘못 잡은 것 - softness가 아니라 oxophilicity. 처방은 정성 축을 계산 축으로 대체 - 레시피와 정답지 확보됨.
[용어] HSAB: 굳고 무른 산염기 이론. oxophilicity: 양이온이 O와 결합하려는 경향 - 가수분해 구동의 실제 변수.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제일 불편한 장입니다. 규율은 '갭은 고정 점유수 고윳값만'인데, 정본 네 값을 만든 실행 파일을 못 찾았습니다. 남은 입력은 전부 DOS용. 값을 의심하는 게 아닙니다 - 재현 능력을 의심하는 겁니다. 값은 유지하되 플래그를 달고 검증기가 돌 때마다 경고를 찍게 했습니다. 처음엔 문서에만 적었는데 검사를 돌리면 초록불이 떴어요. 문서는 검사 경로가 아니니까. 검사하는 경로가 곧 쓰이는 경로여야 한다 - 이 감사의 교훈입니다.
[Q] 재현 안 되면 -&gt; 순서대로: 서버/백업 수색 -&gt; 동일 조건 재계산 -&gt; 그때까지 플래그 유지. 감사 항목으로 등록돼 절차가 돌고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결론부입니다. 내놓은 것을 먼저, 그 다음 한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내놓은 걸 먼저 표로 - 기전 하나, 스크리닝과 다목적 랭킹, 조합 가설과 정직한 감사, SEI 갭 여섯에 NEB 하나, 인프라, 그리고 철회 열한 건의 기록. 그 위에 오늘의 한 문장: 스크리닝의 값어치는 게이트에 있다. 저희 게이트는 저희 자신의 판정 열한 건을 잡았고, 그중 하나는 두 번 잡았다.
[Q] 실험 검증은 -&gt; 아직. DFT 재검 2계열(B2O3/Nd2O3), 실험은 다음 단계. 그래서 절대값 표를 만들지 않고 순위/가설로만.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계획은 레시피가 손에 있는 것부터 - 공기 축 직접 계산은 정답지까지 있고, co-doping 라벨은 방금 그 그리드, SEI NEB 두 개, Nd는 frozen-4f로 일곱 상이 저희 숫자가 됩니다. beta 게이트에 걸린 계는 셀을 여덟 배로 키워 구조적으로 풉니다. 설계 중: 화학-역학 다리, SDCP 재계산, 퍼텐셜 위원회.
[스킵라인] 확정 큐 다섯 줄만 읽고 넘어감.
[Q] 우선순위 -&gt; 협업 마감 걸린 SEI NEB -&gt; co-doping 라벨 -&gt; dG_hyd. 근거는 요청 기한과 재사용 빈도.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이 사다리의 왼쪽 두 칸에 있습니다. 재료 상수를 저희가 대면 입자 스케일은 DEM이 받습니다 - 그건 다른 발표의 주제. 오늘 발표는 처음 보여드린 지도를 한 바퀴 돈 것입니다. 마지막 정거장의 화살표가 앞으로 돌아간다는 것 - 그게 저희 파이프라인이 자기를 감사하는 방식입니다.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부록은 발표하지 않습니다. 질문 방어용.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A1. 용어 방어용.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A3. beta 게이트 정의식은 여기 있습니다 - 앙상블 평균 MSD에 적용한다는 게 요점(시드별 beta 평균이 아님). 오른쪽 그림은 모식도라고 제목에 박아 뒀습니다 - 실측 곡선 아님.
[감사 이력] 원래 이 자리에 있던 Arrhenius 그림 2장은 철회값 0.253 eV와 절대 sigma 주석을 달고 있어 내렸다(자체 리뷰 F3). 재출력 전까지 모식도로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A4. 발표 당일 registry에서 재생성 - 미리 만들면 stale해집니다.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A5. 첫 문장만 외웁니다.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A5b. 자체 레드팀이 만든 5문항 - Q12에 없던 것들. 마지막 답은 빠진 원소 3개를 실제로 외워야 성립한다(발표 전 pool_provenance에서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A6. 원전 미보유 목록이 핵심 - 기억으로 서지를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A7. Part 5 뒤 숫자 백업.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Seminar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Self-Auditing Computational Screening of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Sulfide Solid Electrolytes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3474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from DFT gates to dopant combinations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Yonghoon 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919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Materials Science &amp; Engineering, Hanyang University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(E-mail : yonghoon71@hanyang.ac.kr)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886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게이트가 걸러낸 것들의 기록 — 판정 11건을 감사해 9건을 철회시킨 파이프라인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six stops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05356" y="313639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92808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92808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95244" y="313639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82696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82696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5132" y="313639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72584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72584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75020" y="313639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62472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2472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64908" y="313639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52360" y="274320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74320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3575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66944" y="384048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8046720" y="352958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66944" y="352958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3849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87168" y="246888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8046720" y="246888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487168" y="246888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352544" y="2267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137160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→ TOOLS → ORIGIN → SCREEN → COMBINE → VERIFY → (back)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stop feeds the first ones — that returning arrow IS the method</a:t>
            </a:r>
            <a:endParaRPr lang="en-US" sz="13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 opens by lighting its stop on this map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5760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 six verbs: ask · measure · learn · gate · combine · doubt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— why compute at all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candidates, experiments are slow — and what makes a screen trustworthy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Sendek et al., EES 2017 · EIS = impedance spectroscopy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screening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Li₆PS₅Cl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2788920"/>
            <a:ext cx="502920" cy="-98755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554480"/>
            <a:ext cx="1600200" cy="493776"/>
          </a:xfrm>
          <a:prstGeom prst="roundRect">
            <a:avLst>
              <a:gd name="adj" fmla="val 9259"/>
            </a:avLst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5544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halogen species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2788920"/>
            <a:ext cx="502920" cy="-32918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212848"/>
            <a:ext cx="1600200" cy="493776"/>
          </a:xfrm>
          <a:prstGeom prst="roundRect">
            <a:avLst>
              <a:gd name="adj" fmla="val 9259"/>
            </a:avLst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21284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halogen ratio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2788920"/>
            <a:ext cx="502920" cy="32918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871216"/>
            <a:ext cx="1600200" cy="493776"/>
          </a:xfrm>
          <a:prstGeom prst="roundRect">
            <a:avLst>
              <a:gd name="adj" fmla="val 9259"/>
            </a:avLst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87121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dopant (47)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2788920"/>
            <a:ext cx="502920" cy="98755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529584"/>
            <a:ext cx="1600200" cy="493776"/>
          </a:xfrm>
          <a:prstGeom prst="roundRect">
            <a:avLst>
              <a:gd name="adj" fmla="val 9259"/>
            </a:avLst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52958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x (3)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4297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multiplicative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709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knobs on one host — the space grows as a product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77640" y="1463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experiment = synthesis + XRD + EIS + cell ≈ weeks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calculation = hours–days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does not replace experiments — it narrows where they go</a:t>
            </a:r>
            <a:endParaRPr lang="en-US" sz="12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of our funnel (drawn the field's way):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06240" y="3566160"/>
            <a:ext cx="260604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3602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 47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4041648"/>
            <a:ext cx="2403705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6683097" y="40782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 43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4517136"/>
            <a:ext cx="1493196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8" name="Text 26"/>
          <p:cNvSpPr/>
          <p:nvPr/>
        </p:nvSpPr>
        <p:spPr>
          <a:xfrm>
            <a:off x="5772588" y="4553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 25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4992624"/>
            <a:ext cx="785022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8"/>
          <p:cNvSpPr/>
          <p:nvPr/>
        </p:nvSpPr>
        <p:spPr>
          <a:xfrm>
            <a:off x="5064414" y="5029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 11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468112"/>
            <a:ext cx="279184" cy="365760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2" name="Text 30"/>
          <p:cNvSpPr/>
          <p:nvPr/>
        </p:nvSpPr>
        <p:spPr>
          <a:xfrm>
            <a:off x="4558576" y="5504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  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is only as good as its gates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talks end with “we found X out of N” — the pass side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harder question: did the wrong ones actually fail?  That is rarely reported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talk puts 11 of our own verdicts under audit — 9 retracted — with the gate that caught each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30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11 was presented as a conclusion in our previous seminar deck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4747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 funnel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041648"/>
            <a:ext cx="2377440" cy="201168"/>
          </a:xfrm>
          <a:prstGeom prst="rect">
            <a:avLst/>
          </a:prstGeom>
          <a:solidFill>
            <a:srgbClr val="C9CDD3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4334256"/>
            <a:ext cx="1737360" cy="201168"/>
          </a:xfrm>
          <a:prstGeom prst="rect">
            <a:avLst/>
          </a:prstGeom>
          <a:solidFill>
            <a:srgbClr val="C9CDD3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4626864"/>
            <a:ext cx="1097280" cy="201168"/>
          </a:xfrm>
          <a:prstGeom prst="rect">
            <a:avLst/>
          </a:prstGeom>
          <a:solidFill>
            <a:srgbClr val="C9CDD3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4919472"/>
            <a:ext cx="457200" cy="201168"/>
          </a:xfrm>
          <a:prstGeom prst="rect">
            <a:avLst/>
          </a:prstGeom>
          <a:solidFill>
            <a:srgbClr val="C9CDD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counts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rejects invisible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47472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EF3F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041648"/>
            <a:ext cx="2377440" cy="2011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4334256"/>
            <a:ext cx="1737360" cy="2011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4626864"/>
            <a:ext cx="1097280" cy="2011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4919472"/>
            <a:ext cx="457200" cy="2011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5257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rejection carries its reason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retractions + 2 flags published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— what they give, what they cannot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and MLIP, each closed with “so what do we not trust”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DFT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et al., EEM 2019 · XC = exchange–correlation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approximation enters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7F7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Ψ(r₁…r_N) — 3N dimensions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(unstorable)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2212848"/>
            <a:ext cx="0" cy="310896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240280" y="2249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Hohenberg–Kohn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52374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237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density n(r) — 3-D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48840" y="3182112"/>
            <a:ext cx="0" cy="310896"/>
          </a:xfrm>
          <a:prstGeom prst="line">
            <a:avLst/>
          </a:prstGeom>
          <a:noFill/>
          <a:ln w="22225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40280" y="32186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Kohn–Sham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930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orbitals + E_xc[n]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the ONLY approximation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of approximation ⇒ predictable error character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Semi-local (PBE) underestimates gaps 30–50% — missing derivative discontinuity, not “inaccuracy”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DFT+U for localized d/f states — our Ni 3d, U = 6.2 eV</a:t>
            </a:r>
            <a:endParaRPr lang="en-US" sz="12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is an empirical parameter — fix it, quote only same-U differences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120640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120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Take-home:  approximation enters in ONE place  →  error character is predictable  →  we never quote absolute gaps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DFT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· VRH · ESW · BVSE defined in Appendix A1–A2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total energy to observables — and into which gate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2103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in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E(V) → BM3 EOS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B₀ (stiffness)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mechanical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C_ij → VRH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E, G, Pugh ratio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mechanical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grand-potential hull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ESW window · oxidation onset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window + G3 oxidation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BVSE (bond valence)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channels, bottlenecks (cheap)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transport — the gate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MLIP-MD → MSD → Arrhenius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Ea, 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 validation (after the gates)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fixed-occupation nscf eigenvalues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 gap = e⁻ insulation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 axis — NOT a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 / ELF / Bader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bonding character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gate — explanation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29768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rule: fixed-occupation eigenvalues ONLY — DOS-threshold reading under-estimates by ~0.3 eV (we did it once; see the retraction table)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ICOHP sign convention: negative = bonding — always printed on the table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this ladder reaches particle/electrode scale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MLIP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kb/results/mlip_md_diffusive_gate · UMA = universal MLIP (Meta)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Machine-learned potentials: what they buy, what they cannot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(omat head): 200 ps MD, hundreds of atoms — impossible with DFT-MD</a:t>
            </a:r>
            <a:endParaRPr lang="en-US" sz="11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failures measured in OUR systems: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no explicit charge states — bit us in SDCP (Part 6)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cannot select magnetic states — Ni oxides AFM/FM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no dispersion in training — fatal for physisorption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Banned on Li₃N (deterministic bias, 2026-06); validated standard on LPSCl family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MLIP = screening-stage surrogate; champions go back to DFT</a:t>
            </a:r>
            <a:endParaRPr lang="en-US" sz="1150" dirty="0"/>
          </a:p>
        </p:txBody>
      </p:sp>
      <p:pic>
        <p:nvPicPr>
          <p:cNvPr id="7" name="Image 0" descr="/tmp/claude-0/-home-user-Yonghoon-DEM-DFT/82ea256b-12bc-5a75-994e-7718d79c71ba/scratchpad/msd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463040"/>
            <a:ext cx="374904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MLIP-MD Li MSD, LPSCl vs LPSCl₁.₆ (multi-T; 100 ps window shown)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— where our axes came from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Li₆PS₅Cl vs Li₅.₄PS₄.₄Cl₁.₆: the lesson that designed the screen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= fixed-occ eigenvalues · ICOHP: negative = bonding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electronic structure barely moves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/home/user/Yonghoon-DEM-DFT/docs/figures/deck_extracted/elf_com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393192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ELF, Li₆PS₅Cl</a:t>
            </a:r>
            <a:endParaRPr lang="en-US" sz="850" dirty="0"/>
          </a:p>
        </p:txBody>
      </p:sp>
      <p:pic>
        <p:nvPicPr>
          <p:cNvPr id="8" name="Image 1" descr="/home/user/Yonghoon-DEM-DFT/docs/figures/deck_extracted/elf_model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463040"/>
            <a:ext cx="3931920" cy="2606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ELF, Li₅.₄PS₄.₄Cl₁.₆ — near-identical topology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4434840"/>
          <a:ext cx="6035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Li₆PS₅Cl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Li₅.₄PS₄.₄Cl₁.₆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(eV)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 PS₄ (eV/bond)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5394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values not quoted (PBE); within-method differences only — and the smallness IS the result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 is structural, not electronic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/home/user/Yonghoon-DEM-DFT/docs/figures/bv_path_annotated_model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45720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 percolation path, LPSCl₁.₆ — vacancy sites line the hop network (empty-lattice proxy; ranking by MLIP-MD)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349240" y="1463040"/>
            <a:ext cx="3337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Cl → Li vacancies (charge balance) + 4d Cl anti-site → hop network opens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static BVSE channel actually shrinks (−15%) — the gain is dynamic: vacancies in motion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acts through disorder, not bands</a:t>
            </a:r>
            <a:endParaRPr lang="en-US" sz="11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screening axes = structural descriptors:</a:t>
            </a:r>
            <a:endParaRPr lang="en-US" sz="11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 promotion · Li transport · dose robustness · structural stability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axis kept as a gate only — never a ranking variable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— the field's way, then ours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dopants · 273 calculations · 5 gates · 14 axes — and why the funnel cannot close 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Sendek et al., EES 2017, 10, 306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field screens ① — 12,831 → 21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/home/user/Yonghoon-DEM-DFT/litdb/figures/sendek2017_ml_screening_12k_conductors/fig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71600"/>
            <a:ext cx="813816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tracks: structure screening (12,831 candidates) + model building on 40 measured conductors (Sendek 2017)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461772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prerequisite gates (E_hull = 0 · gap ≥ 1 eV · V_ox ≥ 4 V · no TM) → 317; logistic classifier trained on 40 measured σ → 21 (0.16%)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lesson: prerequisite gates cut harder than the conductivity screen (model alone leaves 1,408)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“40” — our dopant pool is 47: same weight class, we inherit their small-sample defenses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 et al., Joule 2019 · Richards et al., Chem. Mater. 2016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field screens ② — thermodynamic gates at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/home/user/Yonghoon-DEM-DFT/litdb/figures/xiao2019_cathode_coating_screening/fig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420624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087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per filter, by chemistry (Xiao 2019: 104,082 → 184)</a:t>
            </a:r>
            <a:endParaRPr lang="en-US" sz="850" dirty="0"/>
          </a:p>
        </p:txBody>
      </p:sp>
      <p:pic>
        <p:nvPicPr>
          <p:cNvPr id="8" name="Image 1" descr="/tmp/claude-0/-home-user-Yonghoon-DEM-DFT/82ea256b-12bc-5a75-994e-7718d79c71ba/scratchpad/richards_fig2_anno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280160"/>
            <a:ext cx="361188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5504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windows by anion — sulfides are the narrow bars (Richards 2016; box added)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02920" y="44805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skeleton everywhere: cheap gates first, expensive validation last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narrow sulfide windows (incl. Li₆PS₅Cl) are exactly why we hunt dopants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the 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funnel — and the two boxes it rarely fills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reported ①: failure rates of the gates themselves — false rejects invisible</a:t>
            </a:r>
            <a:endParaRPr lang="en-US" sz="12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entered ②: single-dopant frame — combinations left unexplored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60320"/>
          <a:ext cx="813816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failure record — 11 self-retractions published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6 of this talk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Combinatorial step — co-doping ML on top of ranking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 registry — 28/28 wired, drift-checked on every run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validator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repo: 188 property files · 164 literature digests · web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846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“others don't verify” — the difference is publishing the failures and wiring the checks into the used path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pipeline: 273 calculations (91 × 3 doses) → 47 dopants with complete axes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EF3F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UMA relax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44952" y="1847088"/>
            <a:ext cx="21945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4173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EF3F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17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property battery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· window · transport · 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33872" y="1847088"/>
            <a:ext cx="21945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14173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1F4E7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417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gates &amp; axes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gates · 14 axes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curated compounds ran first (1–3 forms per dopant) → 47 dopants have all three axes populated; the other 44 fell to pipeline gaps, never counted as gate fails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x ∈ {0.02, 0.05, 0.10}; every Δ referenced to the same undoped host cell</a:t>
            </a:r>
            <a:endParaRPr lang="en-US" sz="120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header, shipped inside the data file (translated from its Korean original):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680960" cy="96012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66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“Pass counts are NOT discovery metrics. This is a curated 47-dopant pool re-expressed through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literature-standard gates — not ‘we filtered N thousands’.”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7680960" cy="1234440"/>
          </a:xfrm>
          <a:prstGeom prst="rect">
            <a:avLst/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31520" y="48234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 /cascade  (funnel card area)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870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cascade view (web app, synced to db/)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lineage: Kahle et al. 2020 (HT-AIMD)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— metric, threshold, and why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48840"/>
                <a:gridCol w="1965960"/>
                <a:gridCol w="1828800"/>
                <a:gridCol w="1097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basis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Lit. analog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structural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over x of Δe = E(doped)−E(host), UMA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Δe &lt; 0  (zero = the host itself)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favorability vs the host — not an arbitrary cut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Xiao F2 · Sendek 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window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grand-potential ESW width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≥ 0.05 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window must exist at 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Zhu 2015 · Xiao F3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oxidation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oxidation onset (V vs Li)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V_ox ≥ 2.14 V  (= undoped host onset)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not be WORSE than the host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Richards windows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transport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BVSE proxy score (x = 0.05), min–max norm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 &gt; 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property we exist for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Kahle HT-AIMD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mechanical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(UMA) and G/B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≤ 46.9 GPa AND G/B ≤ 0.78  (roster medians)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+ ductile keeps contact in SSB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892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five gates use the HOST as the zero point (G1, G3) — the cut is physics, not taste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Δe uses the mean of 3 dose champions (verified 47/47) — dose-blind cherry-picking is structurally blocked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waterfall, drawn the field's way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02920" y="13716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55448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passing all 47 reflects the curated pool, not gate power — the JSON flags this itself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 survivor: WO₃ — the only candidate through all five</a:t>
            </a:r>
            <a:endParaRPr lang="en-US" sz="11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1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read the last cell as “the answer”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 slide is the methodological claim of this talk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· 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et al., Angew. 2020 (hydrolysis map)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funnel is the wrong endpoint — for our question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“1 survivor” is a property of the thresholds, not of chemistry — nudge a cut, the count moves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Sequential AND destroys complementarity: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weak-transport / superb-oxidation dopant dies at G4 — exactly the one most valuable when PAIRED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Axes really collide — our own data, three ways at once: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+B₂O₃: best MD free-energy barrier (PMF ΔF 0.16 eV @600 K, 4 systems) — yet the STATIC transport axis rejects it, and air stability is worst-group (B₂S₃ hydrolysis −0.90 eV, 3rd-worst of 46 [Zhu20])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composite score cannot represent this candidate — high is a lie, low is a lie</a:t>
            </a:r>
            <a:endParaRPr lang="en-US" sz="110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ranking stays multi-objective (14 axes); the next step is combination, not elimination</a:t>
            </a:r>
            <a:endParaRPr lang="en-US" sz="1100" dirty="0"/>
          </a:p>
        </p:txBody>
      </p:sp>
      <p:pic>
        <p:nvPicPr>
          <p:cNvPr id="7" name="Image 0" descr="/tmp/claude-0/-home-user-Yonghoon-DEM-DFT/82ea256b-12bc-5a75-994e-7718d79c71ba/scratchpad/zhu_fig3a_ann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417320"/>
            <a:ext cx="320040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Hydrolysis vs reduction map (Zhu 2020; circle added) — B³⁺ at the bottom is the same B our MD landscape ranks best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— ranking to co-doping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Complementarity as the design variable — and an honest audit of the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without a funnel: 14 axes, geometric mean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8138160" cy="3108960"/>
          </a:xfrm>
          <a:prstGeom prst="rect">
            <a:avLst/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 /cascade  (14-theme grid)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design axes — per-axis champions differ (web app)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oxidative · reduction · e⁻-insulation · transport · disorder · dose-robustness · lightweight · low-cost · soft · ductile · air (qual.) · air (lit. ΔG_hyd) · structural · balanced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mean = AND-like: one zero floors the composite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≠ bad — excluded &amp; flagged, never zero-filled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= max(joint-window gain, 0) × radius-match × stability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Co-doping: complementarity as the design variable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554480"/>
                <a:gridCol w="137160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window (V)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best single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radius match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Cr₂O₃ + HfO₂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anode↔cathode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Al₂O₃ + Cr₂O₃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anode↔cathode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HfO₂ + In₂O₃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anode↔cathode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Ga₂O₃ + HfO₂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anode↔cathode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29992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1/3/4 share 1.114 V because the oxidation end is set by HfO₂ (common) — the reduction end is the partner's job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3291840"/>
            <a:ext cx="8138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pairs are ALL anode↔cathode — complementarity is doing the work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even makeable?  Three checks before believing: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site competition — do Cr³⁺ and Hf⁴⁺ target the same host site?  (InF₃ precedent: In→P 4b, F→Cl 4a — different sites = the success pattern)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charge arithmetic — M³⁺→P gives +2 Li, M⁴⁺→P gives +1 Li; the Li count must close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co-substituted formation energy — needs the supercell calculation (next slide)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0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header, verbatim: “co-doping synergy HYPOTHESES (single-dopant proxy, NOT validated)”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λ by 1-SE rule · LOOCV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actually knows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914400"/>
                <a:gridCol w="10972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LOOCV R²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cascade score (composite)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success — it dissected our own formula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pair features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construction (min/max/avg + quadratic)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construction stage — no CV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interaction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 synergy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1,081 pairs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honest number — interactions essentially unlearned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283464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0.089 is the OPTIMISTIC number: dopant-level CV (LODO/L2DO) drives R² negative (−0.18 / −0.25) — optimism bias +0.34 quantified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v1→v2 method change: top-10 overlap 2/10 (Spearman 0.672) — pair ranking not stable across versions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NO co-doping labels; dopant–dopant chemistry (vacancy compensation, phase separation, interphases) absent from features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Small-sample defense (Sendek procedure, 40 ≈ 47): LOOCV · label-shuffle / X-randomization · applicability domain · dopant-level CV — they classify cross-material; we regress within-host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only R² = 0.9998 would be a lie — we show both numbers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labels the model is missing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grid per pair:  x_A : x_B ∈ {0.02, 0.05, 0.10}²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2148840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9656" y="2148840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24328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2624328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2624328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99816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4168" y="3099816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9656" y="3099816"/>
            <a:ext cx="475488" cy="475488"/>
          </a:xfrm>
          <a:prstGeom prst="rect">
            <a:avLst/>
          </a:prstGeom>
          <a:solidFill>
            <a:srgbClr val="EEF3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9110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44168" y="19110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19656" y="191109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" y="227685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3192" y="275234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" y="32278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7124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9 compositions / pair — the ratio axis the current model does not have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1371600"/>
            <a:ext cx="3794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Co-substituted supercells for top pairs (start: Cr₂O₃+HfO₂): joint formation energy · site assignment · Li-count closure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interaction R² moves off 0.089 with real labels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= complementarity assumption falsified — either way we learn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roadmap (queued):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TabPFN bench vs ridge · M2 leave-one-dopant-out CV · M3 inverse-design loop → first labels · M4 active-learning disorder surrogate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— what the gates actually did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 — 9 retracted, one of them twice · one systematic bias · one provenance audit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9E2A2B"/>
          </a:solidFill>
          <a:ln w="25400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Retracted verdicts — and the gates that caught them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77440"/>
                <a:gridCol w="2743200"/>
                <a:gridCol w="265176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Retracted claim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wrong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Caught by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 ratio 1.33×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seed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multi-seed rule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comp1 Ea 0.253 eV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 not in diffusive regime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β-gate (0/6 pass)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LPSOCl Ea 0.287 eV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K β = 0.61 (caged)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β-gate → on hold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gaps read from DOS threshold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~0.3 eV under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fixed-occ eigenvalue rule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air_hsab grades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driver (softness ≠ oxophilicity)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[Zhu20] SI check — 9/35 off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SDCP E_ads −0.26 eV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frozen slab blocked relaxation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 variation → −1.27 (5×)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“Li-extraction” reading of −1.27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 has no charge states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9E2A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DFT+U → +0.34 eV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SDCP Δ “1.77 eV stronger”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poses not matched (rotation/site/contact)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matched-pose rule → 32 meV, confounded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 gaps (3 phases)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quantity undefined (metallic SCF)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fixed-occ validity condition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Nd₂S₃ gap 1.79 eV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metastable theoretical polymorph (mp-32586) picked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material-id pinning → 0.760 (obs. Pnma)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canonical gaps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 fine — run files missing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 audit (p.30)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Ledger: 9 retracted · 1 on hold (#3) · 1 provenance-flagged (#11) — and 5 of 11 landed within the last four days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pre-registered rule that forced step ③ is quoted below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retracted a retraction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EEF3F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536192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UMA, frozen slab (ff = 1.0)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E_ads = −0.26 eV
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“weak physisorption”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81528" y="2286000"/>
            <a:ext cx="192024" cy="0"/>
          </a:xfrm>
          <a:prstGeom prst="line">
            <a:avLst/>
          </a:prstGeom>
          <a:noFill/>
          <a:ln w="2540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7F7"/>
          </a:solidFill>
          <a:ln w="19050">
            <a:solidFill>
              <a:srgbClr val="7F7F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536192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unfreeze (0.85 / 0.6)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−1.27 / −1.465 eV — surface Li pulled out
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adsorption — Li EXTRACTION”  (our previous deck)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70448" y="2286000"/>
            <a:ext cx="192024" cy="0"/>
          </a:xfrm>
          <a:prstGeom prst="line">
            <a:avLst/>
          </a:prstGeom>
          <a:noFill/>
          <a:ln w="25400">
            <a:solidFill>
              <a:srgbClr val="2626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14630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9E2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536192"/>
            <a:ext cx="2340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DFT+U single points
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dE_extract = +0.336 eV (sign holds at σ→0)
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is UPHILL — ② was an MLIP artifact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39319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02920" y="3931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VESTA render: db/structures/sdcp_poses_qe/complex_doped.vesta  (mark O···Li 3.077 Å)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5276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Physisorbed endpoint — display geometry; energies: runs/sdcp_phaseB_vasp_v1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39319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709160" y="3931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VESTA render: Li-transfer endpoint  (mark O···Li 1.935 Å)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5276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Li-transfer endpoint (display) — the +0.34 eV side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5486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one constraint flips a conclusion (①→②).  Lesson 2: the flipped conclusion can be wrong too (②→③)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in code, before the fact: “UMA cannot judge charge separation — this path is decided by DFT only”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0" y="219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et al., Angew. 2020 · our transcription: 99 SI rows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bias found by cross-checking [Zhu 2020]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Transcribed their SI in full (99 rows), matched oxidation states, compared to our qualitative air grades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rows → matched to our 47-dopant pool: 35 overlap (26 + 9) + 12 absent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disagreements point the SAME way (we under-rated) — that is bias, not noise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we graded by HSAB softness; the operative variable is oxophilicity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queued: replace the qualitative axis with computed ΔG_hyd (their recipe + answer key in hand)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0" y="14630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69164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     </a:t>
            </a:r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disagree  </a:t>
            </a:r>
            <a:pPr indent="0" marL="0">
              <a:buNone/>
            </a:pPr>
            <a:r>
              <a:rPr lang="en-US" sz="26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100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(all one-directional)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    </a:t>
            </a:r>
            <a:pPr indent="0" marL="0">
              <a:buNone/>
            </a:pPr>
            <a:r>
              <a:rPr lang="en-US" sz="26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grade vs [Zhu20] ΔE_hydrolysis, matched by oxidation state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canonical values fail a provenance audit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4160520" cy="3017520"/>
          </a:xfrm>
          <a:prstGeom prst="rect">
            <a:avLst/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
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terminal:  python3 tools/db/validate_canonical.py  (warning block visible)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453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validator output — the warning ships with the numbers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gaps = fixed-occupation nscf eigenvalues ONLY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canonical gaps (2.066 / 2.099 / 1.967 / 2.231 eV): values match the canon files — but the runs that produced them cannot be located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Surviving inputs are DOS-mode — not valid evidence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doubting the values — doubting our ability to reproduce them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keep values, flag provenance_open, make the validator print the warning on EVERY run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notes in documents guard nothing — the checked path must be the used path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· queued simulations · the scale ladder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9E2A2B"/>
          </a:solidFill>
          <a:ln w="25400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 — then the one sentence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LPSCl mechanism: gain = disorder, not bands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in-house (consistent with literature) — drives axis design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47-dopant / 273-calc screening + 14-axis ranking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— 273/273 calcs; ranking live (web app + registry)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Co-doping hypothesis set (+0.36 V top pair) + honest model 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hypotheses; supercell labels queued (dose-grid design fixed)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SEI phases: 6 citable gaps + Li₂S NEB converged (0.27 eV, fwd = bwd)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gaps in db; NEB registration syncing (cell-size caveat)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 infrastructure (28/28 wired, drift-checked)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documented retractions with gate attribution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talk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2062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1F4E7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0624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is only as good as its gates — ours audited 11 of our own verdicts, retracted 9, one of them twice.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54406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 view exists (47→1) but is not the answer — AND kills complementarity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do: K_IC, µm particle mechanics, space-charge quantification, absolute σ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 simulations — recipes in hand vs in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in hand (queued):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ΔG_hyd direct for the air axis — [Zhu20] method + their SI as the answer key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labels: co-substituted supercells, dose grid {0.02,0.05,0.10}² (site · charge · formation E)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NEB finish: Li₃P, Li₃PO₄γ  (Li₂S converged — 0.27 eV, cell-size caveat)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 frozen-4f pseudopotential route → 7 Nd phases become our own numbers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β-gate rescue: comp1 2×2×2 cell (Li 24→192) · Arrhenius extension 700/900 K first (500 K after feasibility)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83480" y="1371600"/>
            <a:ext cx="3703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design: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ΔV_rxn × C_ij → Griffith K_IC chemo-mechanical bridge (all three pieces already in repo)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SDCP Phase-B v2 protocol (ISMEAR 0 · dipole corr. · LASPH · 3 magnetic seeds) — outsourced package ready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 committee: UMA + MACE + SevenNet cross-check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ladder, our two rungs — and the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F4E7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Å–nm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· MLIP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(this talk)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36392" y="2075688"/>
            <a:ext cx="283464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554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3F9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µm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DEM: contacts,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tortuosity, eff. 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71032" y="2075688"/>
            <a:ext cx="283464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15875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5544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electrode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(continuum)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 over E · G · γ · ΔV — DEM takes it from there (a different talk)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05356" y="43708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92808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92808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92808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5244" y="43708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82696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2696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5132" y="43708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72584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75020" y="43708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62472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62472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64908" y="43708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52360" y="39776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9E2A2B"/>
          </a:solidFill>
          <a:ln w="25400">
            <a:solidFill>
              <a:srgbClr val="9E2A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9776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4809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66944" y="50749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8046720" y="47640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66944" y="47640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5084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87168" y="37033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8046720" y="37033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2487168" y="37033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352544" y="3502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5806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was one lap of this loop.  Thank you.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0" y="685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material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· conditions · the 12 questions · references · ML backup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ASK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candidates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5356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92808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TOOLS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+ MLIP limits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5244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82696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ORIGIN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LPSCl: disorder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5132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72584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SCREEN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 calcs, 5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72584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75020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62472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COMBINE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2472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64908" y="4599432"/>
            <a:ext cx="173736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4206240"/>
            <a:ext cx="1188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0624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VERIFY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audited verdicts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66944" y="5303520"/>
            <a:ext cx="2779776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8046720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92624"/>
            <a:ext cx="0" cy="310896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5312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labels, new sims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87168" y="3931920"/>
            <a:ext cx="5559552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8046720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487168" y="393192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352544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limits exposed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terms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One-line definition (and our setting)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self-consistent field — iterate density↔potential to a fixed 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pseudopotential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 core electrons by an effective potential; valence-only 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Brillouin-zone sampling grid; denser = more accurate band integrals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 functional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one approximated term E_xc[n]; ours: PBE (GGA)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Hubbard 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on-site repulsion for localized d/f; ours: Ni 3d, U = 6.2 eV (empirical)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smearing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fractional occupations to stabilize metallic SCF; NEVER for our gap readings (fixed-occ rule)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terms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One-line definition (and our setting)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 EOS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3rd-order Birch–Murnaghan fit of E(V) → B₀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C_ij / VRH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 tensor / Voigt–Reuss–Hill average → E, 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ICOHP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bond-resolved band-energy integral; SIGN: negative = bonding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localization function, 0–1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Bader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partitioned by zero-flux surfaces of n(r)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electrochemical stability window from grand-potential hull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E_hull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 above convex hull = decomposition driving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terms — and the β-gate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MSD: ⟨r²(t)⟩; diffusive regime ⇔ slope 1 on log–log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β-gate: β = dlog⟨r²⟩/dlogt ∈ [0.8, 1.2] on the ENSEMBLE-averaged MSD — else the “D” is cage rattling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Arrhenius: ln D vs 1/T, 600/800/1000 K (3-point rule)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·"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Nernst–Einstein (Haven = 1): σ from D — ratios only, never absolutes</a:t>
            </a:r>
            <a:endParaRPr lang="en-US" sz="105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MSD fit window: 2–50 ps (fixed)</a:t>
            </a:r>
            <a:endParaRPr lang="en-US" sz="1050" dirty="0"/>
          </a:p>
        </p:txBody>
      </p:sp>
      <p:pic>
        <p:nvPicPr>
          <p:cNvPr id="6" name="Image 0" descr="/tmp/claude-0/-home-user-Yonghoon-DEM-DFT/82ea256b-12bc-5a75-994e-7718d79c71ba/scratchpad/beta_schem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63040"/>
            <a:ext cx="393192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4315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only — no measured data. The gate separates rattling from transport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calculation conditions — regenerate before the talk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8138160" cy="4206240"/>
          </a:xfrm>
          <a:prstGeom prst="roundRect">
            <a:avLst>
              <a:gd name="adj" fmla="val 1739"/>
            </a:avLst>
          </a:prstGeom>
          <a:solidFill>
            <a:srgbClr val="F7F7F7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TABLE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per-composition: pseudopotentials · ecutwfc/ecutrho · k-mesh · cell · seeds · thermostat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canonical_registry.json + method docs (regenerate on talk day so it cannot go stale)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questions — first sentences to memorize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sentence of the answer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you trust a PBE gap?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the absolute value — only same-method differences.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 absolute σ? ★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Cross-group reproducibility spans an order of magnitude; we retracted our own single-seed 1.33×.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MLIP replace DFT?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screening surrogate; champions return to DFT. Charge states failed us, measurably.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Experimentally validated?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— DFT re-checks on two systems; hence ranks and hypotheses, no absolute tables.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WO₃ the answer?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the most-surviving, not the best — and we reject that frame anyway.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U = 6.2?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lineage value, empirical; we fix it and quote same-U differences.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= 0.089 — useless?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 predictor yes; we demoted it to hypothesis generator and queued the labels.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retractions — can we trust you? ★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density, not carelessness — and the follow-up: rules born from errors now run as code (see #7, pre-registered).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values without run files?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Values pass live drift checks; the missing-provenance flag ships WITH them.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show the funnel at all?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Drawing it the field's way is what reveals where we diverge.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co-doping even makeable?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 lineage exists (InF₃→GaF₃); site/charge checks now, formation E queued.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you predict the ratio?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— the ratio axis needs the {0.02,0.05,0.10}² label grid first.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harder questions — from our own red-team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 (who asks)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sentence of the 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must an electrolyte be an electronic insulator? (basics, on purpose)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electrons leak, Li⁺ keeps reducing inside/at interfaces — SEI never self-limits and dendrite paths grow; ion-only transport is the defining condition.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Ea physically — where is the hill in the structure? (basics)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cage rattling but the inter-cage jump saddle; 4d-site disorder lowers that saddle — exactly what the β-gate separates.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“UMA is a validated standard” — validated on what, by how much?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for relative ranking and structure reproduction on the LPSCl family (records in repo); absolutes are never quoted — that IS the acknowledged limit.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 HfO₂ really enter the lattice in a 550 °C H₂S synthesis? Cost of Hf?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don't know — that is why formation-energy and phase-separation checks are in the label plan, and synthesis/cost is the experimental team's call. Today it is a hypothesis.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 three elements NOT in your 47 — how does curation bias propagate?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history is logged step-by-step (pool_provenance); we did not quantify bias propagation — which is exactly why pass counts are never used as discovery metrics.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120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talk: actually memorize three excluded elements — the last answer collapses without them.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— only what we physically hold (litdb)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8138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Sendek et al., Energy Environ. Sci. 2017, 10, 306 — 12,831-candidate ML screening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 et al., Joule 2019 — cathode-coating funnel (104,082 → 184)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 et al., Chem. Mater. 2016 — pseudo-binary interface stability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et al., Angew. Chem. 2020 — air-stability design principles (ΔG_hyd)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Kahle et al. 2020 — high-throughput AIMD screening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et al., Energy Environ. Mater. 2019 — DFT for battery materials (review)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Famprikis et al., Nat. Mater. 2019 — fundamentals of inorganic SSEs</a:t>
            </a:r>
            <a:endParaRPr lang="en-US" sz="1100" dirty="0"/>
          </a:p>
          <a:p>
            <a:pPr lvl="1" marL="254000" indent="-1270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InF₃/GaF₃ co-substitution lineage (AEM 2024 / EMA 2026) — argyrodite two-dopant precedent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·"/>
            </a:pPr>
            <a:r>
              <a:rPr lang="en-US" sz="11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held (do not cite until PDFs secured): Hohenberg–Kohn 1964 · Kohn–Sham 1965 · Pugh · Dronskowski · Dudarev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backup — the numbers behind Part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stage-1 λ (1-SE)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LOOCV residual σ = 0.0018 score units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stage-1 leakage audit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+3.4% σ_loo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fold-out re-standardization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stage-3 λ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LOOCV R² = 0.089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stage-3 dopant-level CV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LODO −0.18 · L2DO −0.25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folds: R² &lt; 0 (bias +0.34)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stage-3 residual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 z-units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interactions unlearned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top-40 Spearman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top-10 overlap 2/10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v1-unlisted pairs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synergy ≈ 0 (weight 0.1)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1,041 of 1,081 — weak approximation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aggregate single-dopant features + quadratic terms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dopant–dopant chemistry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 generator — NOT a property predictor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 queued (dose grid)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Battery Materials Lab.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50392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2026-08-10T17:39:09Z</dcterms:created>
  <dcterms:modified xsi:type="dcterms:W3CDTF">2026-08-10T17:39:09Z</dcterms:modified>
</cp:coreProperties>
</file>