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그림: 왼쪽 조성공간 팬아웃 도식, 오른쪽 47종 funnel 미리보기. Sendek 2017 이 12,000종 스크리닝의 선례.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톤 선언 슬라이드. 여기서 청중에게 "실패도 보여준다"를 약속하고 S17 에서 회수한다.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⚠ 원전 미보유 — Hohenberg &amp; Kohn (1964), Kohn &amp; Sham (1965) PDF 확보 필요. 발표 전 채울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Q6 방어: U 를 바꾸면 결과가 바뀐다 → U 를 고정하고 같은 U 안의 차이만 인용.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그림: 두 조성 DOS 겹쳐 그리기. Q1 방어 — 절대 갭이 아니라 같은 방법 안의 차이만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그림: 아레니우스 플롯 + MSD log-log 에 β 표시. Q2(왜 σ 를 안 보여주나) 의 근거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그림: 결합별 |ICOHP| 막대 (P-S / Li-Cl / Li-S / S-S).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Part 4 와 Part 5 를 잇는 척추. cascade 축 선택의 근거.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발표의 차별점. 마지막 줄이 2026-08-06 실측이고 가장 강하다.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그림: Å → nm → μm → mm 스케일 사다리에 DFT / MLIP / DEM / continuum 배치.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9400" y="274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Seminar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DFT-based screening cascade for sulfide solid electrolytes: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Li₆PS₅Cl substitution to a 47-dopant funnel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Yonghoon 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127248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 of Materials Science &amp; Engineering, Hanyang University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(E-mail : yonghoon71@hanyang.ac.kr)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31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47488" y="2377440"/>
            <a:ext cx="438912" cy="43891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5047488" y="2432304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463040" y="3035808"/>
            <a:ext cx="6217920" cy="0"/>
          </a:xfrm>
          <a:prstGeom prst="line">
            <a:avLst/>
          </a:prstGeom>
          <a:noFill/>
          <a:ln w="15240">
            <a:solidFill>
              <a:srgbClr val="A6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2461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compute? — the screening problem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why gates matter more than winners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   Battery Materials Lab.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25603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Environ. Sci., 10, 306 (2017).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screening problem in sulfide solid electrolytes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243584"/>
            <a:ext cx="7818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 space grows combinatorially — halogen species, ratio, and dopant are independent knobs.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experimental point = synthesis + XRD + EIS + cell assembly ≈ weeks.  One computed point = hours to days.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 does not replace experiment. It decides where the experiment should go.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606040"/>
          <a:ext cx="79552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26517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Throughput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settles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Experiment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weeks / point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 truth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hours–days / point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mechanism, absolute energetics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MLIP (surrogate)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minutes / point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ranking, configuration search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594360" y="416052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The cascade exists to spend DFT only where MLIP has already narrowed the field.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is only as good as its gates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243584"/>
            <a:ext cx="7818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talk is not a collection of successes. It also shows the verdicts we retracted.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of a screening pipeline is not in picking winners — it is in rejecting wrong candidates.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in this talk carries the protocol that produced it.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697480"/>
          <a:ext cx="79552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126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 Motivation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compute, and what makes a screen trustworthy?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 DFT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does DFT give, and what can it never give?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 Calculations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problem classes have I actually run?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 Results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Li₆PS₅Cl vs Li₅.₄PS₄.₄Cl₁.₆ — where does the gain come from?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 Cascade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does the field screen, and what did we get wrong?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 Outlook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Atomic scale → particle scale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31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47488" y="2377440"/>
            <a:ext cx="438912" cy="43891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5047488" y="2432304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463040" y="3035808"/>
            <a:ext cx="6217920" cy="0"/>
          </a:xfrm>
          <a:prstGeom prst="line">
            <a:avLst/>
          </a:prstGeom>
          <a:noFill/>
          <a:ln w="15240">
            <a:solidFill>
              <a:srgbClr val="A6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2461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 Functional Theory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what it gives, and what it cannot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   Battery Materials Lab.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2560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HK: Hohenberg–Kohn   KS: Kohn–Sham   XC: exchange–correlation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many-electron problem, and the two theorems that solve 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243584"/>
            <a:ext cx="7818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N-electron wavefunction Ψ(r₁…r_N) lives in 3N dimensions — 100 electrons means 300 dimensions. It cannot be stored.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Hohenberg–Kohn: every ground-state property is fixed by the electron density n(r) alone — three dimensions.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Kohn–Sham: replace the interacting system by a fictitious non-interacting one with the same density.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unknown is pushed into the exchange–correlation functional E_xc[n]. That is the only place approximation enters.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063240"/>
          <a:ext cx="79552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26517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Tractable?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Ψ(r₁…r_N)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n(r)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 orbitals ψᵢ(r)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each, N of them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594360" y="461772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DFT is exact in principle. Every practical error traces back to E_xc.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2560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GGA: generalized gradient approx.   PBE: Perdew–Burke–Ernzerhof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389120" y="53035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Environ. Mater., 2 (2019).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Exchange–correlation approximations and what they cost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243584"/>
            <a:ext cx="7818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 → GGA (PBE) → meta-GGA → hybrid: accuracy and cost rise together.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Semi-local functionals underestimate the band gap — not "because it is PBE", but because the derivative discontinuity is missing.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DFT+U adds an on-site repulsion to localized d/f states (here: Ni 3d) to offset self-interaction error.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is an empirical parameter. Always state which atom, which orbital, which value — ours is Ni 3d, U = 6.2 eV.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25603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Materials, 18, 1278 (2019).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total energy to observables — and the boundary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243584"/>
            <a:ext cx="7818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property we quote is derived from total energies and their derivatives.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column is what we actually judge; the left is what the code returns.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331720"/>
          <a:ext cx="79552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273405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Derived quantity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judges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E(V) curve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BM3 EOS → B₀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compressive stiffness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finite-strain stress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C_ij → VRH (E, G, B)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elasticity, anisotropy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eigenvalues (fixed-occ nscf)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fundamental gap (VBM–CBM)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electronic insulation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projected wavefunctions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DOS / PDOS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orbital character of band edges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COHP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−ICOHP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bond-resolved strength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 potential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electrochemical stability window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redox limits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trajectory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MSD → D → E_a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ionic transport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94360" y="48920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Outside this table: fracture toughness K_IC (a specimen property), μm particle mechanics, quantitative space-charge layers.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2560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MLIP: machine-learned interatomic potential   NVT: canonical ensemble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389120" y="53035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Environ. Sci., 13 (2020).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Machine-learned interatomic potentials — why, and how far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243584"/>
            <a:ext cx="7818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 scales as O(N³). A 200 ps MD of a 62-atom cell is out of reach.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MLIP is a regression surrogate for DFT energies and forces — DFT-inherited accuracy at classical-potential speed.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call it "AI computation". It is a surrogate model, not an inference engine.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that bit us: MLIPs carry no explicit charge state or oxidation state (see Part 5).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246120"/>
          <a:ext cx="79552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114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/ task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UMA-s-1p1 / omat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ensemble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Langevin NVT, friction 0.02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timestep / equilibration / production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fs / 5 ps / 200 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MSD fitting window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2–50 ps (fixed by convention)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Arrhenius points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 / 800 / 1000 K, multi-seed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31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47488" y="2377440"/>
            <a:ext cx="438912" cy="43891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5047488" y="2432304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463040" y="3035808"/>
            <a:ext cx="6217920" cy="0"/>
          </a:xfrm>
          <a:prstGeom prst="line">
            <a:avLst/>
          </a:prstGeom>
          <a:noFill/>
          <a:ln w="15240">
            <a:solidFill>
              <a:srgbClr val="A6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2461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calculations I have run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four problem classes, one protocol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   Battery Materials Lab.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2560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BFGS: quasi-Newton optimizer   BM3: 3rd-order Birch–Murnaghan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pipeline, applied identically to every composition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243584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protocol is applied to every composition — otherwise cross-composition comparison is not defined.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48840"/>
          <a:ext cx="79552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26517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  MLIP screening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2  DFT validation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3  Post-processing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halogen enumeration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MLIP EOS pre-scan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structure: Voronoi, BVSE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 sublattice screen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BM3 EOS, 11 volumes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electronic: DOS, PDOS, ELF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K Langevin anneal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V₀ confirmation (BFGS)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bonding: Bader, ICOHP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champion configuration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k-mesh convergence (k×L ≥ 40 Å)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transport: MLIP MD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mechanics: C_ij (relaxed-ion)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electrochemistry: ESW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problem classes — same theory, different setup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243584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Energies from different classes cannot be compared directly. Comparison lives inside a class.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48840"/>
          <a:ext cx="79552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3840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variables it introduces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Bulk periodic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Li₆PS₅Cl family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 type, k-density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Doped supercell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 coating dopants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dopant site, concentration, Δe reference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Slab + adsorbate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SDCP × LiNiO₂(104)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vacuum, constraint, coordinate consistency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Isolated molecule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SDCP series (ORCA)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 set — plane waves are inappropriate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94360" y="397764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Reporting rule: state the class before stating the number.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25603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Chem. Mater., 28 (2016).   J. Electrochem. Soc., 163 (2016).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match before absolute values may be tabulated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243584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rule: if any axis differs, do not build an absolute-value table. Report ranking and direction with a footnote.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03120"/>
          <a:ext cx="7955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937760"/>
                <a:gridCol w="1463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Axes that must match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Pseudo-sensitive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Elastic C_ij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pseudo, ecut, k-density, cell type, strain, clamped/relaxed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EOS B₀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pseudo, ecut, k, composition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 gap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pseudo, ecut, k, readout method (eigenvalue)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ICOHP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all-PAW required, basis, nbnd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(PAW only)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(E_a)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MLIP version, MD protocol, multi-seed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94360" y="41605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Measured consequence: clamped-ion overstates argyrodite elasticity by ≈2.3× — E_VRH 52.31 (clamped) vs 22.06 GPa (relaxed-ion), experiment ≈23 GPa.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" y="46634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anchor: thiophosphate glass, nanoindentation E ≈ 20 / G ≈ 7 GPa. Our relaxed-ion 22.06 / 8.13 sits there; clamped 52.31 / 20.12 does not.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Glass vs crystalline argyrodite — this places the value, it does not validate it.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31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47488" y="2377440"/>
            <a:ext cx="438912" cy="43891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5047488" y="2432304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463040" y="3035808"/>
            <a:ext cx="6217920" cy="0"/>
          </a:xfrm>
          <a:prstGeom prst="line">
            <a:avLst/>
          </a:prstGeom>
          <a:noFill/>
          <a:ln w="15240">
            <a:solidFill>
              <a:srgbClr val="A6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2461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Li₆PS₅Cl vs Li₅.₄PS₄.₄Cl₁.₆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idea it led 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   Battery Materials Lab.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2560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f.u.: formula unit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argyrodites: same elements, shifted ratio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243584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5 f.u.: Li −3, S −3, Cl +3. Nothing new enters the system.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experimentally: the Cl-rich phase is both faster and stiffer.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where does that gain come from, structurally?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926080"/>
          <a:ext cx="79552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26517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Li₆PS₅Cl  (LPSCl)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Li₅.₄PS₄.₄Cl₁.₆  (LPSCl₁.₆)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cubic (F-43m)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rhombohedral (R3m)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DFT cell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 atoms (4 f.u.)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 atoms (5 f.u.)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Li₂₄P₄S₂₀Cl₄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Li₂₇P₅S₂₂Cl₈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distinguishing defect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 vacancies + 4d-Cl anti-sites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2560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VBM/CBM: valence-band max / conduction-band min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— the electronic structure is nearly invariant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243584"/>
            <a:ext cx="7818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gap 2.066 vs 2.099 eV (Δ = 0.033 eV), from fixed-occupation nscf eigenvalues.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DOS-threshold readout is not used — it underestimates the gap by ≈0.3 eV.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Band-edge character is also unchanged: VBM is S 3p dominated, CBM is Li 2s + P 3s.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017520"/>
          <a:ext cx="7955280" cy="914400"/>
        </p:xfrm>
        <a:graphic>
          <a:graphicData uri="http://schemas.openxmlformats.org/drawingml/2006/table">
            <a:tbl>
              <a:tblPr/>
              <a:tblGrid>
                <a:gridCol w="1988820"/>
                <a:gridCol w="1988820"/>
                <a:gridCol w="1988820"/>
                <a:gridCol w="19888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LPSCl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LPSCl₁.₆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message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fundamental gap (eV)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nearly identical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gap (eV)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 too small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VBM character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3p dominant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3p dominant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unchanged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CBM character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 2s + P 3s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 2s + P 3s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unchanged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594360" y="475488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 &gt;2× difference in transport cannot be explained electronically. The origin must be structural.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2560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β: log–log MSD slope (→1 in the diffusive regime)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389120" y="53035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Environ. Sci., 13 (2020).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— the transport gain has two contributions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243584"/>
            <a:ext cx="7818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E_a (multi-seed, gate-passed): LPSCl₁.₆ = 0.197 ± 0.032 eV.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Arrhenius prefactor D₀ is larger for the Cl-rich phase — more vacancy carriers.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⛔ LPSCl currently has no citable E_a: the diffusive-regime gate failed 0/6 at 200 ps, and only 1/3 even at 1600 ps.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⛔ We do not quote absolute σ. Reproducibility across groups spans an order of magnitude.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429000"/>
          <a:ext cx="79552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26517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LPSCl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LPSCl₁.₆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E_a, multi-seed (eV)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citable value (gate)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0.197 ± 0.032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diffusive gate, 200 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6 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diffusive gate, 1600 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3 pass (1000 K only)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2560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ICOHP: integrated crystal orbital Hamilton population (negative = bonding)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— Li–anion bonding strengthens; the framework does not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243584"/>
            <a:ext cx="7818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PS₄ covalent framework is unchanged (+1 %). Every Li–anion bond strengthens.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 of the +13 % average on Li–Cl: a broad vacancy field plus a small number of intense anti-site bonds.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377440"/>
          <a:ext cx="7955280" cy="914400"/>
        </p:xfrm>
        <a:graphic>
          <a:graphicData uri="http://schemas.openxmlformats.org/drawingml/2006/table">
            <a:tbl>
              <a:tblPr/>
              <a:tblGrid>
                <a:gridCol w="1988820"/>
                <a:gridCol w="1988820"/>
                <a:gridCol w="1988820"/>
                <a:gridCol w="19888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LPSCl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LPSCl₁.₆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P–S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+1 %  (framework intact)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Li–Cl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Li–S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977640"/>
          <a:ext cx="7955280" cy="914400"/>
        </p:xfrm>
        <a:graphic>
          <a:graphicData uri="http://schemas.openxmlformats.org/drawingml/2006/table">
            <a:tbl>
              <a:tblPr/>
              <a:tblGrid>
                <a:gridCol w="1988820"/>
                <a:gridCol w="1988820"/>
                <a:gridCol w="1988820"/>
                <a:gridCol w="19888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Li–Cl site 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|ICOHP| (eV/bond)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the +13 %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LPSCl baseline (all 4a)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LPSCl₁.₆  4a (vacancy field)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2.026  (+9.2 %)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  (90 % of Cl)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LPSCl₁.₆  4d anti-site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2.836  (+40 %)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 (10 % of Cl)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594360" y="544068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Ten percent of the chlorine carries a third of the effect.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The idea: substitution changes disorder, not electronic structure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243584"/>
            <a:ext cx="7818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— electronic structure invariant.   M2 — transport gains from both barrier and carriers.   M3 — Li–anion bonds strengthen while PS₄ is untouched.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Taken together: halogen substitution does not rebuild the electronic structure. It creates disorder — Li vacancies and anion anti-sites.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 the screening descriptors should be structural, not electronic.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246120"/>
          <a:ext cx="795528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4389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Cascade axis it motivates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disorder drives transport (M2, M3)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Li-transport proxy (BVS), disorder promotion (Li–Li std)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 must survive doping (M3)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 stability (Δe)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stiffness follows Li–anion bonding (M3)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mechanical axes (E, Pugh ratio)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electronic structure is not the lever (M1)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electronic insulation kept only as a guard, not a 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31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47488" y="2377440"/>
            <a:ext cx="438912" cy="43891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5047488" y="2432304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463040" y="3035808"/>
            <a:ext cx="6217920" cy="0"/>
          </a:xfrm>
          <a:prstGeom prst="line">
            <a:avLst/>
          </a:prstGeom>
          <a:noFill/>
          <a:ln w="15240">
            <a:solidFill>
              <a:srgbClr val="A6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2461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cascade — how the field screens,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what we got wrong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   Battery Materials Lab.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25603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Environ. Sci., 10 (2017).   Chem. Mater., 28 (2016).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field screens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24358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share one shape: start broad, narrow at each step with a physical gate.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weakness: the failure rate of each gate is rarely reported.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468880"/>
          <a:ext cx="79552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292608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Entry pool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Sendek 2017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~12,000 Li compounds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classifier on cheap descriptors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candidate set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Xiao 2019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 oxide/coating space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thermodynamic filters vs cathode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coating candidates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Richards 2016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× electrode pairs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pseudo-binary interfacial reaction energy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interface stability map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94360" y="406908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Our cascade follows the same funnel, and adds an explicit record of what each gate rejected.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cascade: 47 dopants across 14 design axes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243584"/>
            <a:ext cx="7818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subset of axes can be combined by geometric mean — one axis at the floor pulls the whole score down (an AND).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Missing data is not bad data. A candidate lacking a selected axis is excluded from the ranking and reported, never scored as zero.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606040"/>
          <a:ext cx="79552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3093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electrochemical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oxidative stability, reduction stability, electronic insulation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Li-transport proxy, disorder promotion, dose robustness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stiffness, ductility (Pugh), structural stability (Δe)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lightweight, low cost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 / moisture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qualitative protection tier  +  literature ΔG_hyd (external, cited)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94360" y="45262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Only two of the 47 (Nd₂O₃, B₂O₃) have DFT validation. The rest are MLIP-relative rankings — stated as such wherever they appear.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What we got wrong — five retracted verdicts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243584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is a claim we made, then withdrew, and the gate that caught it.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79552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Retracted claim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was wrong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that caught 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σ ratio 1.33×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seed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multi-seed requirement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LPSCl E_a = 0.253 eV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MSD never reached the diffusive regime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β gate (0/6 failed)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 gap from DOS threshold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underestimates by ≈0.3 eV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fixed-occupation eigenvalue convention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qualitative air-stability tier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driver is oxophilicity, not HSAB softness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literature cross-check: 9 of 35 mismatched, all underrated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SDCP E_ads = −0.26 eV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slab was frozen, so surface relaxation was forbidden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constraint-release control: −1.47 eV, 4× deeper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94360" y="44805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And the −1.47 eV was not adsorption either — structural inspection showed two surface Li⁺ pulled out and coordinated to the sulfonate at 1.91–2.05 Å.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94360" y="4983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constraint changed the energy by 4× and changed the physics entirely. Computational design decides the conclusion.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25603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Angew. Chem. Int. Ed., 59, 17472 (2020).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strategy — what actually filters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243584"/>
            <a:ext cx="7818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Diffusive-regime gate: β = d log⟨r²⟩/d log t must lie in [0.8, 1.2]. Without it, a caged slope is mistaken for D.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Multi-seed: judgement is made on the β of the ensemble-averaged MSD, not on the mean of per-seed β values.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cross-check: our qualitative air axis against a full transcription of the Zhu 2020 SI, matched by oxidation state.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inspection: a deeper energy is not a bond. Check molecular integrity, contact distance, and atom ejection.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566160"/>
          <a:ext cx="795528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2286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Cross-check outcome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agrees with literature ΔG_hyd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disagrees — all in the same direction (we underrated)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literature counterpart at matching oxidation state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94360" y="498348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We report what we cannot do: K_IC, μm particle mechanics, quantitative space-charge layers.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31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47488" y="2377440"/>
            <a:ext cx="438912" cy="43891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5047488" y="2432304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463040" y="3035808"/>
            <a:ext cx="6217920" cy="0"/>
          </a:xfrm>
          <a:prstGeom prst="line">
            <a:avLst/>
          </a:prstGeom>
          <a:noFill/>
          <a:ln w="15240">
            <a:solidFill>
              <a:srgbClr val="A6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2461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and outlook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   Battery Materials Lab.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work establishes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243584"/>
            <a:ext cx="7818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Cl-rich gain is structural, not electronic: Li vacancies plus 4d-Cl anti-sites, with 10 % of the Cl carrying a third of the bonding effect.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finding set the cascade axes — structural descriptors first, electronic ones only as guards.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gates work. They forced us to retract five of our own verdicts.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Cross-checking against transcribed literature exposed a systematic bias in our qualitative air-stability axis: 9 of 35 wrong, all in one direction.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0632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contribution is not a winning dopant. It is a pipeline whose failures are visible.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plan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243584"/>
            <a:ext cx="7818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term: enlarge the LPSCl cell so the diffusive gate can pass; six-point Arrhenius (500–1000 K); SDCP Phase-B in DFT+U.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term: compute ΔG_hyd directly and replace the qualitative air tier; bridge chemistry to mechanics via ΔV_rxn × C_ij.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term: hand material constants (E, G, γ, ΔV) to particle-scale DEM, which returns contact area, tortuosity, and effective conductivity.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063240"/>
          <a:ext cx="79552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645920"/>
                <a:gridCol w="384048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produces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DFT (+U)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E_xc-level energetics, C_ij, gaps, ESW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MLIP MD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D, E_a, configuration search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established, gated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μm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contact area, tortuosity, effective 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continuum / cell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capability, stack pressure window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downstream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31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47488" y="2377440"/>
            <a:ext cx="438912" cy="43891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5047488" y="2432304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463040" y="3035808"/>
            <a:ext cx="6217920" cy="0"/>
          </a:xfrm>
          <a:prstGeom prst="line">
            <a:avLst/>
          </a:prstGeom>
          <a:noFill/>
          <a:ln w="15240">
            <a:solidFill>
              <a:srgbClr val="A6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2461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terminology, settings,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anticipated questions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   Battery Materials Lab.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 terminology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243584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are given in the form used in the literature; our internal shorthand is not used on slides.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11680"/>
          <a:ext cx="79552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566160"/>
                <a:gridCol w="3017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self-consistent field — the electron-density iteration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convergence threshold must be stated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pseudopotential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frozen-core replacement of the nuclear potential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USPP / PAW are not interchangeable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k-mesh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Brillouin-zone sampling grid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 k×L, not the grid alone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XC functional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only approximated term in Kohn–Sham DFT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LDA/GGA/meta-GGA/hybrid differ in cost and bias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DFT+U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on-site Coulomb correction for localized d/f states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empirical; state atom, orbital, and value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smearing (degauss)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fractional occupations near E_F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smearing biases forces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terminology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243584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entry names the quantity, then the trap that most often breaks its interpretation.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11680"/>
          <a:ext cx="79552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3291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BM3 EOS → B₀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bulk modulus from an E(V) fit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 quantity from B_VRH — do not mix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C_ij → VRH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polycrystalline average of elastic constants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clamped-ion vs relaxed-ion differ by ≈2.3× here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−ICOHP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bond-resolved bonding strength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ICOHP is negative when bonding; quote magnitudes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electron localization function, 0–1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dimensionless; state the isosurface value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Bader charge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 from a topological partition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partition-dependent; compare within one method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stability window from a grand-potential diagram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depends on the phase set and hull convention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Pugh ratio B/G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ductility heuristic (&gt;1.75 ductile)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metals heuristic; argyrodite softness is powder compaction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A3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25603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Materials, 18, 1278 (2019).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terminology — the most contested column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243584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a screening talk is most often challenged. Every term below carries its own caveat.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11680"/>
          <a:ext cx="79552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00400"/>
                <a:gridCol w="365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squared displacement ⟨r²(t)⟩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fitting window must be stated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β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log–log MSD slope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β→1 defines the diffusive regime; β&lt;0.8 means D is undefined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E_a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Arrhenius activation energy from D(T)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temperatures, window, and seed count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σ_NE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Nernst–Einstein conductivity, Haven ratio = 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approximation; argyrodite hopping is correlated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prefactor z n a₀² ν₀ exp(ΔS_m/k_B)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softer lattice lowers E_a but also lowers ν₀ and ΔS_m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94360" y="42519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⛔  We do not quote absolute σ, and we quote ratios only when they pass the multi-seed gate.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settings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243584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so that any number in this talk can be traced to the run that produced it.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11680"/>
          <a:ext cx="7955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4389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/ model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settings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Elastic C_ij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QE pw.x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relaxed-ion, 12 strain SCFs (6 Voigt × ±), strain 0.005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EOS B₀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QE + BM3 fit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volumes, V/V₀ 0.96–1.06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 gap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QE nscf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occupations, eigenvalue readout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ICOHP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LOBSTER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all-PAW required, extended basis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UMA-s-1p1 (omat)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Langevin NVT, 2 fs, 5 ps eq / 200 ps prod, multi-seed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Slab relaxation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QE + DFT+U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3d U = 6.2 eV, U-ramp from U = 0, AFM in-plane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94360" y="44348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Cross-composition absolute tables are built only when every axis above matches. Otherwise: ranking plus footnote.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A5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Anticipated questions (1/2)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17320"/>
          <a:ext cx="7955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577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DFT underestimates gaps — why trust 2.07 eV?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do not use the absolute value. We use the difference within one method (0.033 eV), and the conclusion is that the difference is small.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is σ not shown?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Cross-group reproducibility spans an order of magnitude. We retracted our own single-seed 1.33× claim. Ratios are quoted only after the multi-seed gate.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MLIP replace DFT?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No. It is a surrogate for the screening stage; champions are re-scored in DFT. MLIPs also carry no explicit charge state, which affected us directly.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 the 47 dopants experimentally verified?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No. Only two have DFT validation. The rest are MLIP-relative rankings and are labelled as such.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method-dependent is the ranking?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Strongly. Gate-failing candidates are flattened so gate status and metric value can never cross, and ties are declared meaningless.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A5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Anticipated questions (2/2)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17320"/>
          <a:ext cx="7955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577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U = 6.2 eV?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is the established value in this lineage and it is empirical. We fix U and quote only differences taken at the same U.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Γ-only k sampling acceptable for adsorption?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propagates into individual E_ads and is footnoted there. The conclusion is the doped–neutral difference, where cell and k are identical and the error largely cancels.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is fracture toughness not treated?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K_IC depends on density, grain size and porosity — it is a specimen property, not an atomistic output. We supply elastic constants; above that is DEM and continuum.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not tabulate literature ΔG_hyd with your own values?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 level of theory (MP GGA-PBE plus JANAF experiment, 300 K, specified partial pressures). Mixing external and internal values makes both unusable.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a constraint changed your result, what about the rest?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Exactly the concern. Constraints are reported with results, and important verdicts are re-run with the constraint released. This talk shows one such case.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69264"/>
            <a:ext cx="91440" cy="9144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8686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held locally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243584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citation in this talk corresponds to a PDF and a digest in our literature database.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88920" y="6473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92440" y="64739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74520"/>
          <a:ext cx="79552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846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SSE fundamentals, transport, mechanics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Famprikis et al., Nature Materials 18, 1278 (2019)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screening of Li conductors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Sendek et al., Energy Environ. Sci. 10, 306 (2017)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High-throughput AIMD screening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Kahle et al., Energy Environ. Sci. 13 (2020)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Interface stability, pseudo-binary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Richards et al., Chem. Mater. 28 (2016)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Electrochemical window, grand potential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Zhu et al. (grand-potential ESW lineage)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 stability design principles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Zhu &amp; Mo, Angew. Chem. Int. Ed. 59, 17472 (2020)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Elastic properties of superionic conductors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Deng et al., J. Electrochem. Soc. 163 (2016)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Cathode coating screening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Xiao et al. (coating screening)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DFT for battery materials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 et al., Energy Environ. Mater. 2 (2019)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Equation of state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Birch, Phys. Rev. 71, 809 (1947)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Seminar — DFT-based screening cascade for sulfide SEs</dc:title>
  <dc:subject>PptxGenJS Presentation</dc:subject>
  <dc:creator>Yonghoon An</dc:creator>
  <cp:lastModifiedBy>Yonghoon An</cp:lastModifiedBy>
  <cp:revision>1</cp:revision>
  <dcterms:created xsi:type="dcterms:W3CDTF">2026-08-06T02:28:05Z</dcterms:created>
  <dcterms:modified xsi:type="dcterms:W3CDTF">2026-08-06T02:28:05Z</dcterms:modified>
</cp:coreProperties>
</file>