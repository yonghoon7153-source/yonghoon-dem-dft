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place one element on a site, or screen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one cation and one anion site at once.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 — a structural proxy, not a diffusion coefficient.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Li-vacancy migration barrier (NEB, charged cell) and supercell-size convergence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