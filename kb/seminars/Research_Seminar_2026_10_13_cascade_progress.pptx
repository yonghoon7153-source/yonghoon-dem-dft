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 statistics on hold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re-run, and As₂S₃ was added to the stability and interface tables on October 14.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