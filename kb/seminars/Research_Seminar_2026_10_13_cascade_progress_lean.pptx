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 supplied the methods used in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doping or coating.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 and binder in a cell.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