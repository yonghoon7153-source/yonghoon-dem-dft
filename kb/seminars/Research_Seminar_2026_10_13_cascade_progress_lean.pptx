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higher electrochemical and mechanical stability without slowing Li-ion transport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Unit of screening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a precursor compound (91 candidates)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5603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5603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30175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30175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4747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4747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9319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9319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has been audited;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