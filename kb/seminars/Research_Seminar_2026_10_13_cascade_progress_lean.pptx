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check electrochemical stability, mechanical stability, and Li transport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