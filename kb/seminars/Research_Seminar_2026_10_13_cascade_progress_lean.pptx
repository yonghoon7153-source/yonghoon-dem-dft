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Kang et al.,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 62, 10277 (2026)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502920" y="2286000"/>
          <a:ext cx="4343400" cy="292608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4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4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4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4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Jung 2026 Fig. 3d" descr="Jung 2026 Fig. 3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3285819"/>
            <a:ext cx="3520440" cy="917298"/>
          </a:xfrm>
          <a:prstGeom prst="rect">
            <a:avLst/>
          </a:prstGeom>
        </p:spPr>
      </p:pic>
      <p:sp>
        <p:nvSpPr>
          <p:cNvPr id="239" name="Literature tag"/>
          <p:cNvSpPr txBox="1"/>
          <p:nvPr/>
        </p:nvSpPr>
        <p:spPr>
          <a:xfrm>
            <a:off x="4937760" y="2993211"/>
            <a:ext cx="38862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0" name="Credit"/>
          <p:cNvSpPr txBox="1"/>
          <p:nvPr/>
        </p:nvSpPr>
        <p:spPr>
          <a:xfrm>
            <a:off x="4937760" y="4230549"/>
            <a:ext cx="38862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4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5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6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7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1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2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3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49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0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1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2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3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4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5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6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58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59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1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2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3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4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5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6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7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68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69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0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1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2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3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4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5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6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7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78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79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0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1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2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3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5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6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7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