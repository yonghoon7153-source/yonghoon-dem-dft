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dopants added as compounds, not as bare elements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91 candidate precursors, screened by simulation before synthesis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31546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one cation, two precursors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Today: the 91-precursor screen, its audit, and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first test of this question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