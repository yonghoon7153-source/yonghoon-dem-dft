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Computational screening of dopant precursors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24028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066544"/>
            <a:ext cx="185623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Project stages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4231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4231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28803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28803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3375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3375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37947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37947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44398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19379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audited.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in progress.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