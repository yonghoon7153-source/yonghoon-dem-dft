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127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br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(coating layer)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</a:t>
                      </a:r>
                      <a:b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(used for screening)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5120640" y="18288"/>
            <a:ext cx="3566160" cy="7863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27, 4040 (2015).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Joule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3, 1252 (2019).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12, 7272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37, 2395 (2025).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eTransportation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28, 100570 (2026).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636912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5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4777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1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2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3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4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5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38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39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0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6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47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48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49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0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1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2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3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4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5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6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58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59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0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1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2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3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4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5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6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67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68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69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1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2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3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4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5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6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77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78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79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0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1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2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3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4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