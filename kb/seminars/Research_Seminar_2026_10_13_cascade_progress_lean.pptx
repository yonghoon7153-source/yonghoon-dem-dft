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2186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Chem. Mater., 27, 4040 (2015).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Adv. Energy Mater., 14, 2304025 (2024).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Joule, 3, 1252 (2019).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J. Mater. Chem. A, 12, 7272 (2024).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Chem. Mater., 37, 2395 (2025).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eTransportation, 28, 100570 (2026).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 (gate)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one or two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a cation and an anion in the ratio of its formula.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7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8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39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3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4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5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6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7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0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1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2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8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49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0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1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2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3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4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5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6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7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8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9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0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2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3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4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5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6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7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8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69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0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1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2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3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4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5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6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7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8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79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0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1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2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3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