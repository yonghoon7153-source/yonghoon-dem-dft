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V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migration · cell size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→ DEM contacts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Computational screening of dopant precursors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unit of screening is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(91 candidates).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24028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066544"/>
            <a:ext cx="1856232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Project stages</a:t>
            </a:r>
          </a:p>
        </p:txBody>
      </p:sp>
      <p:sp>
        <p:nvSpPr>
          <p:cNvPr id="227" name="Item 1"/>
          <p:cNvSpPr txBox="1"/>
          <p:nvPr/>
        </p:nvSpPr>
        <p:spPr>
          <a:xfrm>
            <a:off x="886968" y="24231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Stage 1 exploration screen (Jun–Aug)</a:t>
            </a:r>
          </a:p>
        </p:txBody>
      </p:sp>
      <p:sp>
        <p:nvSpPr>
          <p:cNvPr id="228" name="Note 1"/>
          <p:cNvSpPr txBox="1"/>
          <p:nvPr/>
        </p:nvSpPr>
        <p:spPr>
          <a:xfrm>
            <a:off x="5068519" y="24231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(91 precursors, 3,675 structures)</a:t>
            </a:r>
          </a:p>
        </p:txBody>
      </p:sp>
      <p:sp>
        <p:nvSpPr>
          <p:cNvPr id="229" name="Item 2"/>
          <p:cNvSpPr txBox="1"/>
          <p:nvPr/>
        </p:nvSpPr>
        <p:spPr>
          <a:xfrm>
            <a:off x="886968" y="28803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Audit of Stage 1 (Sep)</a:t>
            </a:r>
          </a:p>
        </p:txBody>
      </p:sp>
      <p:sp>
        <p:nvSpPr>
          <p:cNvPr id="230" name="Note 2"/>
          <p:cNvSpPr txBox="1"/>
          <p:nvPr/>
        </p:nvSpPr>
        <p:spPr>
          <a:xfrm>
            <a:off x="5068519" y="28803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(rules fixed before new results)</a:t>
            </a:r>
          </a:p>
        </p:txBody>
      </p:sp>
      <p:sp>
        <p:nvSpPr>
          <p:cNvPr id="231" name="Item 3"/>
          <p:cNvSpPr txBox="1"/>
          <p:nvPr/>
        </p:nvSpPr>
        <p:spPr>
          <a:xfrm>
            <a:off x="886968" y="33375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Stage 2 pilot: MLIP-MD (Oct)</a:t>
            </a:r>
          </a:p>
        </p:txBody>
      </p:sp>
      <p:sp>
        <p:nvSpPr>
          <p:cNvPr id="232" name="Note 3"/>
          <p:cNvSpPr txBox="1"/>
          <p:nvPr/>
        </p:nvSpPr>
        <p:spPr>
          <a:xfrm>
            <a:off x="5068519" y="33375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(12 of 40 runs done)</a:t>
            </a:r>
          </a:p>
        </p:txBody>
      </p:sp>
      <p:sp>
        <p:nvSpPr>
          <p:cNvPr id="233" name="Item 4"/>
          <p:cNvSpPr txBox="1"/>
          <p:nvPr/>
        </p:nvSpPr>
        <p:spPr>
          <a:xfrm>
            <a:off x="886968" y="37947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Shortlist → DFT → experiments</a:t>
            </a:r>
          </a:p>
        </p:txBody>
      </p:sp>
      <p:sp>
        <p:nvSpPr>
          <p:cNvPr id="234" name="Note 4"/>
          <p:cNvSpPr txBox="1"/>
          <p:nvPr/>
        </p:nvSpPr>
        <p:spPr>
          <a:xfrm>
            <a:off x="5068519" y="37947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(after the pilot verdict)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44398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19379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audited.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in progress.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