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lit_jung2026_sio2_fig3d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7200" y="2057400"/>
          <a:ext cx="8229600" cy="28346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4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4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9144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this study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a cation and an anion site.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502920" y="2286000"/>
          <a:ext cx="4343400" cy="29260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4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4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were relaxed.</a:t>
            </a:r>
          </a:p>
        </p:txBody>
      </p:sp>
      <p:pic>
        <p:nvPicPr>
          <p:cNvPr id="238" name="Jung 2026 Fig. 3d" descr="Jung 2026 Fig. 3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285819"/>
            <a:ext cx="3520440" cy="917298"/>
          </a:xfrm>
          <a:prstGeom prst="rect">
            <a:avLst/>
          </a:prstGeom>
        </p:spPr>
      </p:pic>
      <p:sp>
        <p:nvSpPr>
          <p:cNvPr id="239" name="Literature tag"/>
          <p:cNvSpPr txBox="1"/>
          <p:nvPr/>
        </p:nvSpPr>
        <p:spPr>
          <a:xfrm>
            <a:off x="4937760" y="2993211"/>
            <a:ext cx="38862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 example: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SiO₂ co-doping</a:t>
            </a:r>
          </a:p>
        </p:txBody>
      </p:sp>
      <p:sp>
        <p:nvSpPr>
          <p:cNvPr id="240" name="Credit"/>
          <p:cNvSpPr txBox="1"/>
          <p:nvPr/>
        </p:nvSpPr>
        <p:spPr>
          <a:xfrm>
            <a:off x="4937760" y="4230549"/>
            <a:ext cx="38862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Adv. Funct. Mater. (2026), Fig. 3d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4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5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6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47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48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glass model · MLIP-MD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Computational screening of dopant precursors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unit of screening is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(91 candidates).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24028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066544"/>
            <a:ext cx="1856232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Project stages</a:t>
            </a:r>
          </a:p>
        </p:txBody>
      </p:sp>
      <p:sp>
        <p:nvSpPr>
          <p:cNvPr id="227" name="Item 1"/>
          <p:cNvSpPr txBox="1"/>
          <p:nvPr/>
        </p:nvSpPr>
        <p:spPr>
          <a:xfrm>
            <a:off x="886968" y="24231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Stage 1 exploration screen (Jun–Aug)</a:t>
            </a:r>
          </a:p>
        </p:txBody>
      </p:sp>
      <p:sp>
        <p:nvSpPr>
          <p:cNvPr id="228" name="Note 1"/>
          <p:cNvSpPr txBox="1"/>
          <p:nvPr/>
        </p:nvSpPr>
        <p:spPr>
          <a:xfrm>
            <a:off x="5068519" y="24231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(91 precursors, 3,675 structures)</a:t>
            </a:r>
          </a:p>
        </p:txBody>
      </p:sp>
      <p:sp>
        <p:nvSpPr>
          <p:cNvPr id="229" name="Item 2"/>
          <p:cNvSpPr txBox="1"/>
          <p:nvPr/>
        </p:nvSpPr>
        <p:spPr>
          <a:xfrm>
            <a:off x="886968" y="28803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Audit of Stage 1 (Sep)</a:t>
            </a:r>
          </a:p>
        </p:txBody>
      </p:sp>
      <p:sp>
        <p:nvSpPr>
          <p:cNvPr id="230" name="Note 2"/>
          <p:cNvSpPr txBox="1"/>
          <p:nvPr/>
        </p:nvSpPr>
        <p:spPr>
          <a:xfrm>
            <a:off x="5068519" y="28803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(rules fixed before new results)</a:t>
            </a:r>
          </a:p>
        </p:txBody>
      </p:sp>
      <p:sp>
        <p:nvSpPr>
          <p:cNvPr id="231" name="Item 3"/>
          <p:cNvSpPr txBox="1"/>
          <p:nvPr/>
        </p:nvSpPr>
        <p:spPr>
          <a:xfrm>
            <a:off x="886968" y="33375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Stage 2 pilot: MLIP-MD (Oct)</a:t>
            </a:r>
          </a:p>
        </p:txBody>
      </p:sp>
      <p:sp>
        <p:nvSpPr>
          <p:cNvPr id="232" name="Note 3"/>
          <p:cNvSpPr txBox="1"/>
          <p:nvPr/>
        </p:nvSpPr>
        <p:spPr>
          <a:xfrm>
            <a:off x="5068519" y="33375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(12 of 40 runs done)</a:t>
            </a:r>
          </a:p>
        </p:txBody>
      </p:sp>
      <p:sp>
        <p:nvSpPr>
          <p:cNvPr id="233" name="Item 4"/>
          <p:cNvSpPr txBox="1"/>
          <p:nvPr/>
        </p:nvSpPr>
        <p:spPr>
          <a:xfrm>
            <a:off x="886968" y="37947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Shortlist → DFT → experiments</a:t>
            </a:r>
          </a:p>
        </p:txBody>
      </p:sp>
      <p:sp>
        <p:nvSpPr>
          <p:cNvPr id="234" name="Note 4"/>
          <p:cNvSpPr txBox="1"/>
          <p:nvPr/>
        </p:nvSpPr>
        <p:spPr>
          <a:xfrm>
            <a:off x="5068519" y="37947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(after the pilot verdict)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44398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19379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audited.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in progress.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1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42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3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49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50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51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2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3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5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6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7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58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59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0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61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62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3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4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5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6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67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68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69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70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71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72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3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4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5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6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77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78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79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80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81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82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3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4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5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6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87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