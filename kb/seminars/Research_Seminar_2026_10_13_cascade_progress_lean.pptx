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7200" y="2057400"/>
          <a:ext cx="8229600" cy="28346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4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4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9144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this study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8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9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0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4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5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6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7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8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talk covers the 91-precursor screen, its audit, and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first test of this question.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1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2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3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9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0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1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2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3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5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6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8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9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2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3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4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6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7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8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9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0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1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2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3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4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5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6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7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8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9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0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1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2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3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5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6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7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