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 supplied the methods used in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44398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